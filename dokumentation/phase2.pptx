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1" r:id="rId4"/>
    <p:sldId id="259" r:id="rId5"/>
    <p:sldId id="263" r:id="rId6"/>
    <p:sldId id="258" r:id="rId7"/>
    <p:sldId id="260" r:id="rId8"/>
    <p:sldId id="274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62" r:id="rId21"/>
    <p:sldId id="267" r:id="rId22"/>
    <p:sldId id="266" r:id="rId23"/>
    <p:sldId id="268" r:id="rId24"/>
    <p:sldId id="283" r:id="rId25"/>
    <p:sldId id="282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747"/>
    <a:srgbClr val="FF4757"/>
    <a:srgbClr val="FFB5BC"/>
    <a:srgbClr val="BBFFB8"/>
    <a:srgbClr val="EDFFFF"/>
    <a:srgbClr val="FFFFFF"/>
    <a:srgbClr val="4DFBFF"/>
    <a:srgbClr val="FFA73A"/>
    <a:srgbClr val="FFF8E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891BB-7AE3-4088-8A7B-BF4758F00019}" v="107" dt="2026-05-30T23:57:58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6" autoAdjust="0"/>
    <p:restoredTop sz="94660"/>
  </p:normalViewPr>
  <p:slideViewPr>
    <p:cSldViewPr snapToGrid="0">
      <p:cViewPr>
        <p:scale>
          <a:sx n="103" d="100"/>
          <a:sy n="103" d="100"/>
        </p:scale>
        <p:origin x="1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üdiger Schlenter" userId="8a030f3386ea58ef" providerId="LiveId" clId="{18201517-AB36-48E4-B1AC-CB30649A786A}"/>
    <pc:docChg chg="undo redo custSel addSld delSld modSld sldOrd">
      <pc:chgData name="Rüdiger Schlenter" userId="8a030f3386ea58ef" providerId="LiveId" clId="{18201517-AB36-48E4-B1AC-CB30649A786A}" dt="2026-05-31T04:03:00.107" v="1383" actId="20577"/>
      <pc:docMkLst>
        <pc:docMk/>
      </pc:docMkLst>
      <pc:sldChg chg="modSp mod">
        <pc:chgData name="Rüdiger Schlenter" userId="8a030f3386ea58ef" providerId="LiveId" clId="{18201517-AB36-48E4-B1AC-CB30649A786A}" dt="2026-05-28T22:12:39.931" v="5" actId="14100"/>
        <pc:sldMkLst>
          <pc:docMk/>
          <pc:sldMk cId="3362950516" sldId="257"/>
        </pc:sldMkLst>
        <pc:spChg chg="mod">
          <ac:chgData name="Rüdiger Schlenter" userId="8a030f3386ea58ef" providerId="LiveId" clId="{18201517-AB36-48E4-B1AC-CB30649A786A}" dt="2026-05-28T22:12:07.029" v="0" actId="1076"/>
          <ac:spMkLst>
            <pc:docMk/>
            <pc:sldMk cId="3362950516" sldId="257"/>
            <ac:spMk id="2" creationId="{AD569755-BB7E-FD75-7D1D-06048B4F3FEA}"/>
          </ac:spMkLst>
        </pc:spChg>
        <pc:spChg chg="mod">
          <ac:chgData name="Rüdiger Schlenter" userId="8a030f3386ea58ef" providerId="LiveId" clId="{18201517-AB36-48E4-B1AC-CB30649A786A}" dt="2026-05-28T22:12:39.931" v="5" actId="14100"/>
          <ac:spMkLst>
            <pc:docMk/>
            <pc:sldMk cId="3362950516" sldId="257"/>
            <ac:spMk id="3" creationId="{987E6319-EE73-1910-9BAB-3F50FA04495E}"/>
          </ac:spMkLst>
        </pc:spChg>
      </pc:sldChg>
      <pc:sldChg chg="modSp mod">
        <pc:chgData name="Rüdiger Schlenter" userId="8a030f3386ea58ef" providerId="LiveId" clId="{18201517-AB36-48E4-B1AC-CB30649A786A}" dt="2026-05-28T22:13:03.026" v="6" actId="1076"/>
        <pc:sldMkLst>
          <pc:docMk/>
          <pc:sldMk cId="3361779088" sldId="259"/>
        </pc:sldMkLst>
        <pc:spChg chg="mod">
          <ac:chgData name="Rüdiger Schlenter" userId="8a030f3386ea58ef" providerId="LiveId" clId="{18201517-AB36-48E4-B1AC-CB30649A786A}" dt="2026-05-28T22:13:03.026" v="6" actId="1076"/>
          <ac:spMkLst>
            <pc:docMk/>
            <pc:sldMk cId="3361779088" sldId="259"/>
            <ac:spMk id="2" creationId="{F9531C67-AEAA-D1D7-94C8-83D722F67C91}"/>
          </ac:spMkLst>
        </pc:spChg>
      </pc:sldChg>
      <pc:sldChg chg="addSp modSp mod">
        <pc:chgData name="Rüdiger Schlenter" userId="8a030f3386ea58ef" providerId="LiveId" clId="{18201517-AB36-48E4-B1AC-CB30649A786A}" dt="2026-05-28T22:16:21.586" v="28" actId="1076"/>
        <pc:sldMkLst>
          <pc:docMk/>
          <pc:sldMk cId="2438304632" sldId="260"/>
        </pc:sldMkLst>
        <pc:spChg chg="mod">
          <ac:chgData name="Rüdiger Schlenter" userId="8a030f3386ea58ef" providerId="LiveId" clId="{18201517-AB36-48E4-B1AC-CB30649A786A}" dt="2026-05-28T22:15:04.952" v="17" actId="1076"/>
          <ac:spMkLst>
            <pc:docMk/>
            <pc:sldMk cId="2438304632" sldId="260"/>
            <ac:spMk id="2" creationId="{F6EA9B32-2C04-E75A-2577-DC7590272CA8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3" creationId="{9A20C203-F023-4917-4C03-9CCA8EA04784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4" creationId="{71594B7D-DEDE-CB7C-52F2-B05FB44DEB43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5" creationId="{D8DD1F10-5E7E-426A-2DA4-E87DF3AE1D8C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7" creationId="{6A038723-8CCE-74F1-7CEC-68CB15EEA952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8" creationId="{43487CD7-A212-03C5-5E12-A4B86D852BB2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9" creationId="{C634160D-D75E-E391-3CF2-C6C473EDC8D0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10" creationId="{23825193-A617-AE0F-248C-4AF63BAD4458}"/>
          </ac:spMkLst>
        </pc:spChg>
        <pc:grpChg chg="add mod">
          <ac:chgData name="Rüdiger Schlenter" userId="8a030f3386ea58ef" providerId="LiveId" clId="{18201517-AB36-48E4-B1AC-CB30649A786A}" dt="2026-05-28T22:16:21.586" v="28" actId="1076"/>
          <ac:grpSpMkLst>
            <pc:docMk/>
            <pc:sldMk cId="2438304632" sldId="260"/>
            <ac:grpSpMk id="11" creationId="{B6A9A443-F366-9C2E-D320-298CDEE4DA17}"/>
          </ac:grpSpMkLst>
        </pc:grpChg>
        <pc:picChg chg="mod">
          <ac:chgData name="Rüdiger Schlenter" userId="8a030f3386ea58ef" providerId="LiveId" clId="{18201517-AB36-48E4-B1AC-CB30649A786A}" dt="2026-05-28T22:15:20.579" v="18" actId="164"/>
          <ac:picMkLst>
            <pc:docMk/>
            <pc:sldMk cId="2438304632" sldId="260"/>
            <ac:picMk id="6" creationId="{A6147EDA-6376-FAD5-1B42-B2A1E3601CCA}"/>
          </ac:picMkLst>
        </pc:picChg>
      </pc:sldChg>
      <pc:sldChg chg="addSp delSp modSp mod">
        <pc:chgData name="Rüdiger Schlenter" userId="8a030f3386ea58ef" providerId="LiveId" clId="{18201517-AB36-48E4-B1AC-CB30649A786A}" dt="2026-05-31T00:00:53.010" v="1088" actId="20577"/>
        <pc:sldMkLst>
          <pc:docMk/>
          <pc:sldMk cId="1715775930" sldId="262"/>
        </pc:sldMkLst>
        <pc:spChg chg="add del mod">
          <ac:chgData name="Rüdiger Schlenter" userId="8a030f3386ea58ef" providerId="LiveId" clId="{18201517-AB36-48E4-B1AC-CB30649A786A}" dt="2026-05-30T14:33:47.892" v="196" actId="478"/>
          <ac:spMkLst>
            <pc:docMk/>
            <pc:sldMk cId="1715775930" sldId="262"/>
            <ac:spMk id="2" creationId="{A6FF00AE-C910-954A-8BDB-158D3D913B6E}"/>
          </ac:spMkLst>
        </pc:spChg>
        <pc:spChg chg="add del mod">
          <ac:chgData name="Rüdiger Schlenter" userId="8a030f3386ea58ef" providerId="LiveId" clId="{18201517-AB36-48E4-B1AC-CB30649A786A}" dt="2026-05-30T14:29:21.765" v="175" actId="478"/>
          <ac:spMkLst>
            <pc:docMk/>
            <pc:sldMk cId="1715775930" sldId="262"/>
            <ac:spMk id="3" creationId="{86DF513B-07E4-F371-CB98-AE2E6A060954}"/>
          </ac:spMkLst>
        </pc:spChg>
        <pc:spChg chg="mod">
          <ac:chgData name="Rüdiger Schlenter" userId="8a030f3386ea58ef" providerId="LiveId" clId="{18201517-AB36-48E4-B1AC-CB30649A786A}" dt="2026-05-28T22:16:40.524" v="29" actId="1076"/>
          <ac:spMkLst>
            <pc:docMk/>
            <pc:sldMk cId="1715775930" sldId="262"/>
            <ac:spMk id="4" creationId="{6EFDFC08-5D80-499B-E172-662DC6EBF47A}"/>
          </ac:spMkLst>
        </pc:spChg>
        <pc:spChg chg="mod ord">
          <ac:chgData name="Rüdiger Schlenter" userId="8a030f3386ea58ef" providerId="LiveId" clId="{18201517-AB36-48E4-B1AC-CB30649A786A}" dt="2026-05-30T14:28:49.814" v="170" actId="1076"/>
          <ac:spMkLst>
            <pc:docMk/>
            <pc:sldMk cId="1715775930" sldId="262"/>
            <ac:spMk id="5" creationId="{A5EB3016-3B2B-2488-27D0-10064F92A3EF}"/>
          </ac:spMkLst>
        </pc:spChg>
        <pc:spChg chg="add mod ord">
          <ac:chgData name="Rüdiger Schlenter" userId="8a030f3386ea58ef" providerId="LiveId" clId="{18201517-AB36-48E4-B1AC-CB30649A786A}" dt="2026-05-28T22:19:50.101" v="49" actId="14100"/>
          <ac:spMkLst>
            <pc:docMk/>
            <pc:sldMk cId="1715775930" sldId="262"/>
            <ac:spMk id="6" creationId="{321E16CB-C4B4-0D95-5886-C3F513DCBBDF}"/>
          </ac:spMkLst>
        </pc:spChg>
        <pc:spChg chg="mod">
          <ac:chgData name="Rüdiger Schlenter" userId="8a030f3386ea58ef" providerId="LiveId" clId="{18201517-AB36-48E4-B1AC-CB30649A786A}" dt="2026-05-30T21:07:56.572" v="775" actId="207"/>
          <ac:spMkLst>
            <pc:docMk/>
            <pc:sldMk cId="1715775930" sldId="262"/>
            <ac:spMk id="7" creationId="{ABB66435-C3A8-5894-1DDB-803C91A2DAD3}"/>
          </ac:spMkLst>
        </pc:spChg>
        <pc:spChg chg="add del mod">
          <ac:chgData name="Rüdiger Schlenter" userId="8a030f3386ea58ef" providerId="LiveId" clId="{18201517-AB36-48E4-B1AC-CB30649A786A}" dt="2026-05-31T00:00:53.010" v="1088" actId="20577"/>
          <ac:spMkLst>
            <pc:docMk/>
            <pc:sldMk cId="1715775930" sldId="262"/>
            <ac:spMk id="8" creationId="{C7AA5E8B-9454-C203-0A50-CB50C9C04FCA}"/>
          </ac:spMkLst>
        </pc:spChg>
        <pc:picChg chg="del mod ord">
          <ac:chgData name="Rüdiger Schlenter" userId="8a030f3386ea58ef" providerId="LiveId" clId="{18201517-AB36-48E4-B1AC-CB30649A786A}" dt="2026-05-30T14:29:39.458" v="178" actId="478"/>
          <ac:picMkLst>
            <pc:docMk/>
            <pc:sldMk cId="1715775930" sldId="262"/>
            <ac:picMk id="10" creationId="{1AF338C0-3D3D-1368-4E4C-16BBBC8C7299}"/>
          </ac:picMkLst>
        </pc:picChg>
        <pc:picChg chg="add del mod">
          <ac:chgData name="Rüdiger Schlenter" userId="8a030f3386ea58ef" providerId="LiveId" clId="{18201517-AB36-48E4-B1AC-CB30649A786A}" dt="2026-05-30T14:32:15.708" v="192" actId="478"/>
          <ac:picMkLst>
            <pc:docMk/>
            <pc:sldMk cId="1715775930" sldId="262"/>
            <ac:picMk id="11" creationId="{C0D80043-2674-0B8D-C970-BE1B8428FF3C}"/>
          </ac:picMkLst>
        </pc:picChg>
        <pc:picChg chg="add mod">
          <ac:chgData name="Rüdiger Schlenter" userId="8a030f3386ea58ef" providerId="LiveId" clId="{18201517-AB36-48E4-B1AC-CB30649A786A}" dt="2026-05-30T14:33:42.256" v="194" actId="1076"/>
          <ac:picMkLst>
            <pc:docMk/>
            <pc:sldMk cId="1715775930" sldId="262"/>
            <ac:picMk id="13" creationId="{D749D02E-1452-D953-393B-E3FF76992C29}"/>
          </ac:picMkLst>
        </pc:picChg>
        <pc:picChg chg="del mod">
          <ac:chgData name="Rüdiger Schlenter" userId="8a030f3386ea58ef" providerId="LiveId" clId="{18201517-AB36-48E4-B1AC-CB30649A786A}" dt="2026-05-30T14:28:00.904" v="165" actId="478"/>
          <ac:picMkLst>
            <pc:docMk/>
            <pc:sldMk cId="1715775930" sldId="262"/>
            <ac:picMk id="14" creationId="{B1CDCDB6-5E0E-E1B6-855A-D9AEB2EFBA34}"/>
          </ac:picMkLst>
        </pc:picChg>
      </pc:sldChg>
      <pc:sldChg chg="modSp mod">
        <pc:chgData name="Rüdiger Schlenter" userId="8a030f3386ea58ef" providerId="LiveId" clId="{18201517-AB36-48E4-B1AC-CB30649A786A}" dt="2026-05-28T22:14:17.918" v="8" actId="1076"/>
        <pc:sldMkLst>
          <pc:docMk/>
          <pc:sldMk cId="3556927121" sldId="263"/>
        </pc:sldMkLst>
        <pc:spChg chg="mod">
          <ac:chgData name="Rüdiger Schlenter" userId="8a030f3386ea58ef" providerId="LiveId" clId="{18201517-AB36-48E4-B1AC-CB30649A786A}" dt="2026-05-28T22:14:17.918" v="8" actId="1076"/>
          <ac:spMkLst>
            <pc:docMk/>
            <pc:sldMk cId="3556927121" sldId="263"/>
            <ac:spMk id="2" creationId="{165143DC-3C3B-4EF0-B390-81C134D2B59C}"/>
          </ac:spMkLst>
        </pc:spChg>
      </pc:sldChg>
      <pc:sldChg chg="addSp delSp modSp add mod">
        <pc:chgData name="Rüdiger Schlenter" userId="8a030f3386ea58ef" providerId="LiveId" clId="{18201517-AB36-48E4-B1AC-CB30649A786A}" dt="2026-05-31T00:01:07.631" v="1094" actId="20577"/>
        <pc:sldMkLst>
          <pc:docMk/>
          <pc:sldMk cId="921533180" sldId="266"/>
        </pc:sldMkLst>
        <pc:spChg chg="add mod ord">
          <ac:chgData name="Rüdiger Schlenter" userId="8a030f3386ea58ef" providerId="LiveId" clId="{18201517-AB36-48E4-B1AC-CB30649A786A}" dt="2026-05-31T00:01:07.631" v="1094" actId="20577"/>
          <ac:spMkLst>
            <pc:docMk/>
            <pc:sldMk cId="921533180" sldId="266"/>
            <ac:spMk id="2" creationId="{CEEC15E6-469D-1CED-7F2D-FA72D1F82130}"/>
          </ac:spMkLst>
        </pc:spChg>
        <pc:spChg chg="mod">
          <ac:chgData name="Rüdiger Schlenter" userId="8a030f3386ea58ef" providerId="LiveId" clId="{18201517-AB36-48E4-B1AC-CB30649A786A}" dt="2026-05-30T14:39:09.004" v="267" actId="20577"/>
          <ac:spMkLst>
            <pc:docMk/>
            <pc:sldMk cId="921533180" sldId="266"/>
            <ac:spMk id="4" creationId="{12FDE254-1E53-BF02-5901-4353CE790EA4}"/>
          </ac:spMkLst>
        </pc:spChg>
        <pc:spChg chg="mod ord">
          <ac:chgData name="Rüdiger Schlenter" userId="8a030f3386ea58ef" providerId="LiveId" clId="{18201517-AB36-48E4-B1AC-CB30649A786A}" dt="2026-05-30T14:49:47.205" v="357"/>
          <ac:spMkLst>
            <pc:docMk/>
            <pc:sldMk cId="921533180" sldId="266"/>
            <ac:spMk id="5" creationId="{5DCEEE77-F104-2612-4CDF-AD98CDB32E75}"/>
          </ac:spMkLst>
        </pc:spChg>
        <pc:spChg chg="mod">
          <ac:chgData name="Rüdiger Schlenter" userId="8a030f3386ea58ef" providerId="LiveId" clId="{18201517-AB36-48E4-B1AC-CB30649A786A}" dt="2026-05-30T21:08:05.960" v="776" actId="207"/>
          <ac:spMkLst>
            <pc:docMk/>
            <pc:sldMk cId="921533180" sldId="266"/>
            <ac:spMk id="7" creationId="{1420B6CC-DF27-0623-4385-BC6CA0075862}"/>
          </ac:spMkLst>
        </pc:spChg>
        <pc:spChg chg="add del mod">
          <ac:chgData name="Rüdiger Schlenter" userId="8a030f3386ea58ef" providerId="LiveId" clId="{18201517-AB36-48E4-B1AC-CB30649A786A}" dt="2026-05-30T14:52:57.708" v="379" actId="478"/>
          <ac:spMkLst>
            <pc:docMk/>
            <pc:sldMk cId="921533180" sldId="266"/>
            <ac:spMk id="11" creationId="{1C829101-D115-19AC-D15E-888986825ED7}"/>
          </ac:spMkLst>
        </pc:spChg>
        <pc:picChg chg="add del mod">
          <ac:chgData name="Rüdiger Schlenter" userId="8a030f3386ea58ef" providerId="LiveId" clId="{18201517-AB36-48E4-B1AC-CB30649A786A}" dt="2026-05-30T14:52:24.667" v="374" actId="478"/>
          <ac:picMkLst>
            <pc:docMk/>
            <pc:sldMk cId="921533180" sldId="266"/>
            <ac:picMk id="8" creationId="{153C3356-D18F-E8AD-7CA6-749E83B38AF8}"/>
          </ac:picMkLst>
        </pc:picChg>
        <pc:picChg chg="add mod">
          <ac:chgData name="Rüdiger Schlenter" userId="8a030f3386ea58ef" providerId="LiveId" clId="{18201517-AB36-48E4-B1AC-CB30649A786A}" dt="2026-05-30T14:53:13.613" v="381" actId="1076"/>
          <ac:picMkLst>
            <pc:docMk/>
            <pc:sldMk cId="921533180" sldId="266"/>
            <ac:picMk id="10" creationId="{8E8FFA03-8971-C28D-66D0-05537DD90732}"/>
          </ac:picMkLst>
        </pc:picChg>
        <pc:picChg chg="del mod">
          <ac:chgData name="Rüdiger Schlenter" userId="8a030f3386ea58ef" providerId="LiveId" clId="{18201517-AB36-48E4-B1AC-CB30649A786A}" dt="2026-05-30T14:43:43.226" v="313" actId="478"/>
          <ac:picMkLst>
            <pc:docMk/>
            <pc:sldMk cId="921533180" sldId="266"/>
            <ac:picMk id="14" creationId="{A87D78AD-B5FF-122A-8F65-15B46CDE01D6}"/>
          </ac:picMkLst>
        </pc:picChg>
      </pc:sldChg>
      <pc:sldChg chg="addSp delSp modSp add mod ord">
        <pc:chgData name="Rüdiger Schlenter" userId="8a030f3386ea58ef" providerId="LiveId" clId="{18201517-AB36-48E4-B1AC-CB30649A786A}" dt="2026-05-31T00:01:00.508" v="1091" actId="20577"/>
        <pc:sldMkLst>
          <pc:docMk/>
          <pc:sldMk cId="566607102" sldId="267"/>
        </pc:sldMkLst>
        <pc:spChg chg="mod">
          <ac:chgData name="Rüdiger Schlenter" userId="8a030f3386ea58ef" providerId="LiveId" clId="{18201517-AB36-48E4-B1AC-CB30649A786A}" dt="2026-05-31T00:01:00.508" v="1091" actId="20577"/>
          <ac:spMkLst>
            <pc:docMk/>
            <pc:sldMk cId="566607102" sldId="267"/>
            <ac:spMk id="2" creationId="{9F9FDAC7-C625-04F8-75AC-0672CD5ED56F}"/>
          </ac:spMkLst>
        </pc:spChg>
        <pc:spChg chg="mod">
          <ac:chgData name="Rüdiger Schlenter" userId="8a030f3386ea58ef" providerId="LiveId" clId="{18201517-AB36-48E4-B1AC-CB30649A786A}" dt="2026-05-30T14:30:22.268" v="189" actId="20577"/>
          <ac:spMkLst>
            <pc:docMk/>
            <pc:sldMk cId="566607102" sldId="267"/>
            <ac:spMk id="4" creationId="{A4303493-1F70-2638-90F3-69B712AA8044}"/>
          </ac:spMkLst>
        </pc:spChg>
        <pc:spChg chg="mod">
          <ac:chgData name="Rüdiger Schlenter" userId="8a030f3386ea58ef" providerId="LiveId" clId="{18201517-AB36-48E4-B1AC-CB30649A786A}" dt="2026-05-30T21:07:45.569" v="774" actId="207"/>
          <ac:spMkLst>
            <pc:docMk/>
            <pc:sldMk cId="566607102" sldId="267"/>
            <ac:spMk id="7" creationId="{43C50225-6F34-0379-00D7-487DB9EC1901}"/>
          </ac:spMkLst>
        </pc:spChg>
        <pc:spChg chg="add mod">
          <ac:chgData name="Rüdiger Schlenter" userId="8a030f3386ea58ef" providerId="LiveId" clId="{18201517-AB36-48E4-B1AC-CB30649A786A}" dt="2026-05-30T14:34:13.546" v="198" actId="1076"/>
          <ac:spMkLst>
            <pc:docMk/>
            <pc:sldMk cId="566607102" sldId="267"/>
            <ac:spMk id="11" creationId="{3A2937B1-C3E8-D8DF-8BBB-4CE6333C7ED5}"/>
          </ac:spMkLst>
        </pc:spChg>
        <pc:picChg chg="add del mod">
          <ac:chgData name="Rüdiger Schlenter" userId="8a030f3386ea58ef" providerId="LiveId" clId="{18201517-AB36-48E4-B1AC-CB30649A786A}" dt="2026-05-30T14:25:05.407" v="155" actId="478"/>
          <ac:picMkLst>
            <pc:docMk/>
            <pc:sldMk cId="566607102" sldId="267"/>
            <ac:picMk id="8" creationId="{2DCE2DB5-ED4F-068A-9728-9930135D84F2}"/>
          </ac:picMkLst>
        </pc:picChg>
        <pc:picChg chg="add mod">
          <ac:chgData name="Rüdiger Schlenter" userId="8a030f3386ea58ef" providerId="LiveId" clId="{18201517-AB36-48E4-B1AC-CB30649A786A}" dt="2026-05-30T14:34:08.054" v="197" actId="1076"/>
          <ac:picMkLst>
            <pc:docMk/>
            <pc:sldMk cId="566607102" sldId="267"/>
            <ac:picMk id="10" creationId="{3077D849-5F14-B420-71F2-CE88DDF0D4B5}"/>
          </ac:picMkLst>
        </pc:picChg>
        <pc:picChg chg="del mod">
          <ac:chgData name="Rüdiger Schlenter" userId="8a030f3386ea58ef" providerId="LiveId" clId="{18201517-AB36-48E4-B1AC-CB30649A786A}" dt="2026-05-30T14:23:32.022" v="152" actId="478"/>
          <ac:picMkLst>
            <pc:docMk/>
            <pc:sldMk cId="566607102" sldId="267"/>
            <ac:picMk id="14" creationId="{AC22EA33-200F-46D8-6A7C-4AB24050B768}"/>
          </ac:picMkLst>
        </pc:picChg>
      </pc:sldChg>
      <pc:sldChg chg="addSp delSp modSp add mod">
        <pc:chgData name="Rüdiger Schlenter" userId="8a030f3386ea58ef" providerId="LiveId" clId="{18201517-AB36-48E4-B1AC-CB30649A786A}" dt="2026-05-30T21:08:13.921" v="777" actId="207"/>
        <pc:sldMkLst>
          <pc:docMk/>
          <pc:sldMk cId="4095427201" sldId="268"/>
        </pc:sldMkLst>
        <pc:spChg chg="mod">
          <ac:chgData name="Rüdiger Schlenter" userId="8a030f3386ea58ef" providerId="LiveId" clId="{18201517-AB36-48E4-B1AC-CB30649A786A}" dt="2026-05-30T14:55:33.388" v="405"/>
          <ac:spMkLst>
            <pc:docMk/>
            <pc:sldMk cId="4095427201" sldId="268"/>
            <ac:spMk id="2" creationId="{08DB31CB-6189-7951-8D03-CD8C6C1AD0A7}"/>
          </ac:spMkLst>
        </pc:spChg>
        <pc:spChg chg="mod">
          <ac:chgData name="Rüdiger Schlenter" userId="8a030f3386ea58ef" providerId="LiveId" clId="{18201517-AB36-48E4-B1AC-CB30649A786A}" dt="2026-05-30T14:53:43.862" v="394" actId="20577"/>
          <ac:spMkLst>
            <pc:docMk/>
            <pc:sldMk cId="4095427201" sldId="268"/>
            <ac:spMk id="4" creationId="{59D8AA75-EBD1-5B12-5A43-62223639E3FE}"/>
          </ac:spMkLst>
        </pc:spChg>
        <pc:spChg chg="mod">
          <ac:chgData name="Rüdiger Schlenter" userId="8a030f3386ea58ef" providerId="LiveId" clId="{18201517-AB36-48E4-B1AC-CB30649A786A}" dt="2026-05-30T21:08:13.921" v="777" actId="207"/>
          <ac:spMkLst>
            <pc:docMk/>
            <pc:sldMk cId="4095427201" sldId="268"/>
            <ac:spMk id="7" creationId="{C797058B-B15E-5417-2C5A-8AC5B9B8DA6E}"/>
          </ac:spMkLst>
        </pc:spChg>
        <pc:picChg chg="add mod">
          <ac:chgData name="Rüdiger Schlenter" userId="8a030f3386ea58ef" providerId="LiveId" clId="{18201517-AB36-48E4-B1AC-CB30649A786A}" dt="2026-05-30T15:04:23.497" v="545" actId="1037"/>
          <ac:picMkLst>
            <pc:docMk/>
            <pc:sldMk cId="4095427201" sldId="268"/>
            <ac:picMk id="8" creationId="{D35EF01B-199E-DC07-1AEC-3EDF38707F24}"/>
          </ac:picMkLst>
        </pc:picChg>
        <pc:picChg chg="del">
          <ac:chgData name="Rüdiger Schlenter" userId="8a030f3386ea58ef" providerId="LiveId" clId="{18201517-AB36-48E4-B1AC-CB30649A786A}" dt="2026-05-30T14:54:34.901" v="401" actId="478"/>
          <ac:picMkLst>
            <pc:docMk/>
            <pc:sldMk cId="4095427201" sldId="268"/>
            <ac:picMk id="10" creationId="{FC9CE7F2-C289-4505-1023-98BCAD8FF4E9}"/>
          </ac:picMkLst>
        </pc:picChg>
      </pc:sldChg>
      <pc:sldChg chg="addSp delSp modSp add mod ord">
        <pc:chgData name="Rüdiger Schlenter" userId="8a030f3386ea58ef" providerId="LiveId" clId="{18201517-AB36-48E4-B1AC-CB30649A786A}" dt="2026-05-31T03:54:30.040" v="1151" actId="1076"/>
        <pc:sldMkLst>
          <pc:docMk/>
          <pc:sldMk cId="3856344154" sldId="269"/>
        </pc:sldMkLst>
        <pc:spChg chg="mod">
          <ac:chgData name="Rüdiger Schlenter" userId="8a030f3386ea58ef" providerId="LiveId" clId="{18201517-AB36-48E4-B1AC-CB30649A786A}" dt="2026-05-31T03:53:33.093" v="1148"/>
          <ac:spMkLst>
            <pc:docMk/>
            <pc:sldMk cId="3856344154" sldId="269"/>
            <ac:spMk id="2" creationId="{B9D12E63-6D12-A92E-E52A-157A54EBCF4A}"/>
          </ac:spMkLst>
        </pc:spChg>
        <pc:spChg chg="mod">
          <ac:chgData name="Rüdiger Schlenter" userId="8a030f3386ea58ef" providerId="LiveId" clId="{18201517-AB36-48E4-B1AC-CB30649A786A}" dt="2026-05-30T20:21:45.102" v="589" actId="20577"/>
          <ac:spMkLst>
            <pc:docMk/>
            <pc:sldMk cId="3856344154" sldId="269"/>
            <ac:spMk id="4" creationId="{2203D55A-819D-CFD5-742C-62F787F1DDDA}"/>
          </ac:spMkLst>
        </pc:spChg>
        <pc:spChg chg="mod">
          <ac:chgData name="Rüdiger Schlenter" userId="8a030f3386ea58ef" providerId="LiveId" clId="{18201517-AB36-48E4-B1AC-CB30649A786A}" dt="2026-05-30T21:06:45.246" v="770" actId="207"/>
          <ac:spMkLst>
            <pc:docMk/>
            <pc:sldMk cId="3856344154" sldId="269"/>
            <ac:spMk id="5" creationId="{DF187B81-2370-70EC-FB01-4436DF8A239B}"/>
          </ac:spMkLst>
        </pc:spChg>
        <pc:spChg chg="mod">
          <ac:chgData name="Rüdiger Schlenter" userId="8a030f3386ea58ef" providerId="LiveId" clId="{18201517-AB36-48E4-B1AC-CB30649A786A}" dt="2026-05-30T21:06:45.246" v="770" actId="207"/>
          <ac:spMkLst>
            <pc:docMk/>
            <pc:sldMk cId="3856344154" sldId="269"/>
            <ac:spMk id="6" creationId="{EED21B92-9D27-8493-EBFC-078D1C3BFF5C}"/>
          </ac:spMkLst>
        </pc:spChg>
        <pc:spChg chg="mod">
          <ac:chgData name="Rüdiger Schlenter" userId="8a030f3386ea58ef" providerId="LiveId" clId="{18201517-AB36-48E4-B1AC-CB30649A786A}" dt="2026-05-31T03:52:56.530" v="1145" actId="20577"/>
          <ac:spMkLst>
            <pc:docMk/>
            <pc:sldMk cId="3856344154" sldId="269"/>
            <ac:spMk id="7" creationId="{782C0FB0-5B5E-9A86-326F-15AE7FB51765}"/>
          </ac:spMkLst>
        </pc:spChg>
        <pc:spChg chg="add del mod">
          <ac:chgData name="Rüdiger Schlenter" userId="8a030f3386ea58ef" providerId="LiveId" clId="{18201517-AB36-48E4-B1AC-CB30649A786A}" dt="2026-05-30T21:18:42.530" v="812" actId="1076"/>
          <ac:spMkLst>
            <pc:docMk/>
            <pc:sldMk cId="3856344154" sldId="269"/>
            <ac:spMk id="11" creationId="{316D3A6E-2664-98BC-48DF-7EDB9FAEF988}"/>
          </ac:spMkLst>
        </pc:spChg>
        <pc:picChg chg="add mod">
          <ac:chgData name="Rüdiger Schlenter" userId="8a030f3386ea58ef" providerId="LiveId" clId="{18201517-AB36-48E4-B1AC-CB30649A786A}" dt="2026-05-31T03:54:30.040" v="1151" actId="1076"/>
          <ac:picMkLst>
            <pc:docMk/>
            <pc:sldMk cId="3856344154" sldId="269"/>
            <ac:picMk id="8" creationId="{8997A4C0-E1D5-A3F5-F1FA-1CDDA341A063}"/>
          </ac:picMkLst>
        </pc:picChg>
        <pc:picChg chg="add del mod">
          <ac:chgData name="Rüdiger Schlenter" userId="8a030f3386ea58ef" providerId="LiveId" clId="{18201517-AB36-48E4-B1AC-CB30649A786A}" dt="2026-05-30T21:18:14.256" v="808" actId="478"/>
          <ac:picMkLst>
            <pc:docMk/>
            <pc:sldMk cId="3856344154" sldId="269"/>
            <ac:picMk id="8" creationId="{AED4276B-8632-12B9-E444-28C72D0F0706}"/>
          </ac:picMkLst>
        </pc:picChg>
        <pc:picChg chg="del">
          <ac:chgData name="Rüdiger Schlenter" userId="8a030f3386ea58ef" providerId="LiveId" clId="{18201517-AB36-48E4-B1AC-CB30649A786A}" dt="2026-05-30T20:18:33.082" v="555" actId="478"/>
          <ac:picMkLst>
            <pc:docMk/>
            <pc:sldMk cId="3856344154" sldId="269"/>
            <ac:picMk id="10" creationId="{CB03A791-F77C-D05C-3ED6-9A8301E99D23}"/>
          </ac:picMkLst>
        </pc:picChg>
        <pc:picChg chg="add del mod">
          <ac:chgData name="Rüdiger Schlenter" userId="8a030f3386ea58ef" providerId="LiveId" clId="{18201517-AB36-48E4-B1AC-CB30649A786A}" dt="2026-05-31T03:54:16.246" v="1149" actId="478"/>
          <ac:picMkLst>
            <pc:docMk/>
            <pc:sldMk cId="3856344154" sldId="269"/>
            <ac:picMk id="12" creationId="{B450AF28-4641-B9D3-B1C8-62484F6DF6B9}"/>
          </ac:picMkLst>
        </pc:picChg>
      </pc:sldChg>
      <pc:sldChg chg="addSp modSp add mod">
        <pc:chgData name="Rüdiger Schlenter" userId="8a030f3386ea58ef" providerId="LiveId" clId="{18201517-AB36-48E4-B1AC-CB30649A786A}" dt="2026-05-31T04:03:00.107" v="1383" actId="20577"/>
        <pc:sldMkLst>
          <pc:docMk/>
          <pc:sldMk cId="3502583594" sldId="270"/>
        </pc:sldMkLst>
        <pc:spChg chg="mod">
          <ac:chgData name="Rüdiger Schlenter" userId="8a030f3386ea58ef" providerId="LiveId" clId="{18201517-AB36-48E4-B1AC-CB30649A786A}" dt="2026-05-31T04:00:19.333" v="1160"/>
          <ac:spMkLst>
            <pc:docMk/>
            <pc:sldMk cId="3502583594" sldId="270"/>
            <ac:spMk id="2" creationId="{071B7A8A-B735-5E3B-999A-2A891409565C}"/>
          </ac:spMkLst>
        </pc:spChg>
        <pc:spChg chg="mod">
          <ac:chgData name="Rüdiger Schlenter" userId="8a030f3386ea58ef" providerId="LiveId" clId="{18201517-AB36-48E4-B1AC-CB30649A786A}" dt="2026-05-30T20:22:34.685" v="606" actId="20577"/>
          <ac:spMkLst>
            <pc:docMk/>
            <pc:sldMk cId="3502583594" sldId="270"/>
            <ac:spMk id="4" creationId="{E55C2584-D941-A94F-F645-52EE46E1CB88}"/>
          </ac:spMkLst>
        </pc:spChg>
        <pc:spChg chg="mod">
          <ac:chgData name="Rüdiger Schlenter" userId="8a030f3386ea58ef" providerId="LiveId" clId="{18201517-AB36-48E4-B1AC-CB30649A786A}" dt="2026-05-30T21:08:41.712" v="779" actId="207"/>
          <ac:spMkLst>
            <pc:docMk/>
            <pc:sldMk cId="3502583594" sldId="270"/>
            <ac:spMk id="5" creationId="{ECF841B4-C8A2-D7F0-19B1-87185DF83FF4}"/>
          </ac:spMkLst>
        </pc:spChg>
        <pc:spChg chg="mod">
          <ac:chgData name="Rüdiger Schlenter" userId="8a030f3386ea58ef" providerId="LiveId" clId="{18201517-AB36-48E4-B1AC-CB30649A786A}" dt="2026-05-30T21:08:41.712" v="779" actId="207"/>
          <ac:spMkLst>
            <pc:docMk/>
            <pc:sldMk cId="3502583594" sldId="270"/>
            <ac:spMk id="6" creationId="{A5AE53A7-0CC3-57BC-95D1-A3C695C96D09}"/>
          </ac:spMkLst>
        </pc:spChg>
        <pc:spChg chg="mod">
          <ac:chgData name="Rüdiger Schlenter" userId="8a030f3386ea58ef" providerId="LiveId" clId="{18201517-AB36-48E4-B1AC-CB30649A786A}" dt="2026-05-31T04:03:00.107" v="1383" actId="20577"/>
          <ac:spMkLst>
            <pc:docMk/>
            <pc:sldMk cId="3502583594" sldId="270"/>
            <ac:spMk id="7" creationId="{5C0A34F4-2A2F-BD95-7D9D-59D7BB9F92DB}"/>
          </ac:spMkLst>
        </pc:spChg>
        <pc:spChg chg="mod">
          <ac:chgData name="Rüdiger Schlenter" userId="8a030f3386ea58ef" providerId="LiveId" clId="{18201517-AB36-48E4-B1AC-CB30649A786A}" dt="2026-05-31T04:01:33.393" v="1166" actId="1076"/>
          <ac:spMkLst>
            <pc:docMk/>
            <pc:sldMk cId="3502583594" sldId="270"/>
            <ac:spMk id="11" creationId="{3347174F-6C0B-9C80-EDB4-462A2A1E837C}"/>
          </ac:spMkLst>
        </pc:spChg>
        <pc:picChg chg="add mod">
          <ac:chgData name="Rüdiger Schlenter" userId="8a030f3386ea58ef" providerId="LiveId" clId="{18201517-AB36-48E4-B1AC-CB30649A786A}" dt="2026-05-31T04:01:29.959" v="1165" actId="1076"/>
          <ac:picMkLst>
            <pc:docMk/>
            <pc:sldMk cId="3502583594" sldId="270"/>
            <ac:picMk id="8" creationId="{E1474EE9-625F-796F-5698-A82AABEE425B}"/>
          </ac:picMkLst>
        </pc:picChg>
      </pc:sldChg>
      <pc:sldChg chg="modSp add mod">
        <pc:chgData name="Rüdiger Schlenter" userId="8a030f3386ea58ef" providerId="LiveId" clId="{18201517-AB36-48E4-B1AC-CB30649A786A}" dt="2026-05-31T00:00:23.196" v="1076" actId="20577"/>
        <pc:sldMkLst>
          <pc:docMk/>
          <pc:sldMk cId="2443321077" sldId="271"/>
        </pc:sldMkLst>
        <pc:spChg chg="mod">
          <ac:chgData name="Rüdiger Schlenter" userId="8a030f3386ea58ef" providerId="LiveId" clId="{18201517-AB36-48E4-B1AC-CB30649A786A}" dt="2026-05-31T00:00:23.196" v="1076" actId="20577"/>
          <ac:spMkLst>
            <pc:docMk/>
            <pc:sldMk cId="2443321077" sldId="271"/>
            <ac:spMk id="2" creationId="{A410B2DC-4769-C4CE-F014-BBCFBD857B04}"/>
          </ac:spMkLst>
        </pc:spChg>
        <pc:spChg chg="mod">
          <ac:chgData name="Rüdiger Schlenter" userId="8a030f3386ea58ef" providerId="LiveId" clId="{18201517-AB36-48E4-B1AC-CB30649A786A}" dt="2026-05-30T20:24:25.772" v="643" actId="20577"/>
          <ac:spMkLst>
            <pc:docMk/>
            <pc:sldMk cId="2443321077" sldId="271"/>
            <ac:spMk id="4" creationId="{4F6E627A-7D23-9EBB-36F2-5A758852B924}"/>
          </ac:spMkLst>
        </pc:spChg>
        <pc:spChg chg="mod">
          <ac:chgData name="Rüdiger Schlenter" userId="8a030f3386ea58ef" providerId="LiveId" clId="{18201517-AB36-48E4-B1AC-CB30649A786A}" dt="2026-05-30T21:08:52.402" v="780" actId="207"/>
          <ac:spMkLst>
            <pc:docMk/>
            <pc:sldMk cId="2443321077" sldId="271"/>
            <ac:spMk id="5" creationId="{FA870D77-60AB-DADA-359F-9E8C46D945EE}"/>
          </ac:spMkLst>
        </pc:spChg>
        <pc:spChg chg="mod">
          <ac:chgData name="Rüdiger Schlenter" userId="8a030f3386ea58ef" providerId="LiveId" clId="{18201517-AB36-48E4-B1AC-CB30649A786A}" dt="2026-05-30T21:08:52.402" v="780" actId="207"/>
          <ac:spMkLst>
            <pc:docMk/>
            <pc:sldMk cId="2443321077" sldId="271"/>
            <ac:spMk id="6" creationId="{DA62E4F9-990C-5C77-EF82-5CDEB955B2A5}"/>
          </ac:spMkLst>
        </pc:spChg>
        <pc:spChg chg="mod">
          <ac:chgData name="Rüdiger Schlenter" userId="8a030f3386ea58ef" providerId="LiveId" clId="{18201517-AB36-48E4-B1AC-CB30649A786A}" dt="2026-05-30T20:24:30.531" v="649" actId="20577"/>
          <ac:spMkLst>
            <pc:docMk/>
            <pc:sldMk cId="2443321077" sldId="271"/>
            <ac:spMk id="7" creationId="{ECA20399-2C70-89D5-88BE-E962AC451A46}"/>
          </ac:spMkLst>
        </pc:spChg>
      </pc:sldChg>
      <pc:sldChg chg="modSp add mod ord">
        <pc:chgData name="Rüdiger Schlenter" userId="8a030f3386ea58ef" providerId="LiveId" clId="{18201517-AB36-48E4-B1AC-CB30649A786A}" dt="2026-05-30T21:08:59.992" v="781" actId="207"/>
        <pc:sldMkLst>
          <pc:docMk/>
          <pc:sldMk cId="2777224248" sldId="272"/>
        </pc:sldMkLst>
        <pc:spChg chg="mod">
          <ac:chgData name="Rüdiger Schlenter" userId="8a030f3386ea58ef" providerId="LiveId" clId="{18201517-AB36-48E4-B1AC-CB30649A786A}" dt="2026-05-30T20:26:46.524" v="686" actId="20577"/>
          <ac:spMkLst>
            <pc:docMk/>
            <pc:sldMk cId="2777224248" sldId="272"/>
            <ac:spMk id="2" creationId="{25250678-E40E-2AD5-55D5-CD59A99588B4}"/>
          </ac:spMkLst>
        </pc:spChg>
        <pc:spChg chg="mod">
          <ac:chgData name="Rüdiger Schlenter" userId="8a030f3386ea58ef" providerId="LiveId" clId="{18201517-AB36-48E4-B1AC-CB30649A786A}" dt="2026-05-30T20:24:37.711" v="655" actId="20577"/>
          <ac:spMkLst>
            <pc:docMk/>
            <pc:sldMk cId="2777224248" sldId="272"/>
            <ac:spMk id="4" creationId="{440EA152-5712-F899-9A10-764FEE1727E0}"/>
          </ac:spMkLst>
        </pc:spChg>
        <pc:spChg chg="mod">
          <ac:chgData name="Rüdiger Schlenter" userId="8a030f3386ea58ef" providerId="LiveId" clId="{18201517-AB36-48E4-B1AC-CB30649A786A}" dt="2026-05-30T21:08:59.992" v="781" actId="207"/>
          <ac:spMkLst>
            <pc:docMk/>
            <pc:sldMk cId="2777224248" sldId="272"/>
            <ac:spMk id="5" creationId="{46CB5EEF-04DB-721D-FE5F-77A5C4B1A2B6}"/>
          </ac:spMkLst>
        </pc:spChg>
        <pc:spChg chg="mod">
          <ac:chgData name="Rüdiger Schlenter" userId="8a030f3386ea58ef" providerId="LiveId" clId="{18201517-AB36-48E4-B1AC-CB30649A786A}" dt="2026-05-30T21:08:59.992" v="781" actId="207"/>
          <ac:spMkLst>
            <pc:docMk/>
            <pc:sldMk cId="2777224248" sldId="272"/>
            <ac:spMk id="6" creationId="{19ABB340-F907-B0BE-1D90-D636ED37FF58}"/>
          </ac:spMkLst>
        </pc:spChg>
        <pc:spChg chg="mod">
          <ac:chgData name="Rüdiger Schlenter" userId="8a030f3386ea58ef" providerId="LiveId" clId="{18201517-AB36-48E4-B1AC-CB30649A786A}" dt="2026-05-30T20:24:52.074" v="679" actId="20577"/>
          <ac:spMkLst>
            <pc:docMk/>
            <pc:sldMk cId="2777224248" sldId="272"/>
            <ac:spMk id="7" creationId="{2BC191ED-664A-5453-3D7C-3897250ABADA}"/>
          </ac:spMkLst>
        </pc:spChg>
      </pc:sldChg>
      <pc:sldChg chg="modSp add mod">
        <pc:chgData name="Rüdiger Schlenter" userId="8a030f3386ea58ef" providerId="LiveId" clId="{18201517-AB36-48E4-B1AC-CB30649A786A}" dt="2026-05-31T00:00:34.878" v="1085" actId="20577"/>
        <pc:sldMkLst>
          <pc:docMk/>
          <pc:sldMk cId="2292780392" sldId="273"/>
        </pc:sldMkLst>
        <pc:spChg chg="mod">
          <ac:chgData name="Rüdiger Schlenter" userId="8a030f3386ea58ef" providerId="LiveId" clId="{18201517-AB36-48E4-B1AC-CB30649A786A}" dt="2026-05-31T00:00:34.878" v="1085" actId="20577"/>
          <ac:spMkLst>
            <pc:docMk/>
            <pc:sldMk cId="2292780392" sldId="273"/>
            <ac:spMk id="2" creationId="{89DB3440-A219-E724-7703-B8C05C0FCEB7}"/>
          </ac:spMkLst>
        </pc:spChg>
        <pc:spChg chg="mod">
          <ac:chgData name="Rüdiger Schlenter" userId="8a030f3386ea58ef" providerId="LiveId" clId="{18201517-AB36-48E4-B1AC-CB30649A786A}" dt="2026-05-30T20:27:07.009" v="702" actId="20577"/>
          <ac:spMkLst>
            <pc:docMk/>
            <pc:sldMk cId="2292780392" sldId="273"/>
            <ac:spMk id="4" creationId="{FA839A78-3885-81AC-55A2-85A76F65CF94}"/>
          </ac:spMkLst>
        </pc:spChg>
        <pc:spChg chg="mod">
          <ac:chgData name="Rüdiger Schlenter" userId="8a030f3386ea58ef" providerId="LiveId" clId="{18201517-AB36-48E4-B1AC-CB30649A786A}" dt="2026-05-30T21:09:07.983" v="782" actId="207"/>
          <ac:spMkLst>
            <pc:docMk/>
            <pc:sldMk cId="2292780392" sldId="273"/>
            <ac:spMk id="5" creationId="{A45EEFE3-BBE4-6671-D423-DAA3E655FA24}"/>
          </ac:spMkLst>
        </pc:spChg>
        <pc:spChg chg="mod">
          <ac:chgData name="Rüdiger Schlenter" userId="8a030f3386ea58ef" providerId="LiveId" clId="{18201517-AB36-48E4-B1AC-CB30649A786A}" dt="2026-05-30T21:09:07.983" v="782" actId="207"/>
          <ac:spMkLst>
            <pc:docMk/>
            <pc:sldMk cId="2292780392" sldId="273"/>
            <ac:spMk id="6" creationId="{4428A1B1-79C8-B82C-37BC-C75CFB2AFBD9}"/>
          </ac:spMkLst>
        </pc:spChg>
        <pc:spChg chg="mod">
          <ac:chgData name="Rüdiger Schlenter" userId="8a030f3386ea58ef" providerId="LiveId" clId="{18201517-AB36-48E4-B1AC-CB30649A786A}" dt="2026-05-30T23:50:36.204" v="889" actId="20577"/>
          <ac:spMkLst>
            <pc:docMk/>
            <pc:sldMk cId="2292780392" sldId="273"/>
            <ac:spMk id="7" creationId="{43940AFB-C4AE-779C-B0DE-3C0005837F29}"/>
          </ac:spMkLst>
        </pc:spChg>
      </pc:sldChg>
      <pc:sldChg chg="addSp delSp modSp add mod ord">
        <pc:chgData name="Rüdiger Schlenter" userId="8a030f3386ea58ef" providerId="LiveId" clId="{18201517-AB36-48E4-B1AC-CB30649A786A}" dt="2026-05-31T03:56:14.735" v="1157" actId="1076"/>
        <pc:sldMkLst>
          <pc:docMk/>
          <pc:sldMk cId="142139097" sldId="274"/>
        </pc:sldMkLst>
        <pc:spChg chg="mod">
          <ac:chgData name="Rüdiger Schlenter" userId="8a030f3386ea58ef" providerId="LiveId" clId="{18201517-AB36-48E4-B1AC-CB30649A786A}" dt="2026-05-31T00:00:09.044" v="1070" actId="20577"/>
          <ac:spMkLst>
            <pc:docMk/>
            <pc:sldMk cId="142139097" sldId="274"/>
            <ac:spMk id="2" creationId="{FDEEA185-7A56-3B02-87D0-6C202F82E2D7}"/>
          </ac:spMkLst>
        </pc:spChg>
        <pc:spChg chg="mod">
          <ac:chgData name="Rüdiger Schlenter" userId="8a030f3386ea58ef" providerId="LiveId" clId="{18201517-AB36-48E4-B1AC-CB30649A786A}" dt="2026-05-30T21:05:40.716" v="765" actId="207"/>
          <ac:spMkLst>
            <pc:docMk/>
            <pc:sldMk cId="142139097" sldId="274"/>
            <ac:spMk id="5" creationId="{0557B7A2-3B24-44FF-3708-40807E148BEE}"/>
          </ac:spMkLst>
        </pc:spChg>
        <pc:spChg chg="mod">
          <ac:chgData name="Rüdiger Schlenter" userId="8a030f3386ea58ef" providerId="LiveId" clId="{18201517-AB36-48E4-B1AC-CB30649A786A}" dt="2026-05-30T21:05:52.664" v="767" actId="207"/>
          <ac:spMkLst>
            <pc:docMk/>
            <pc:sldMk cId="142139097" sldId="274"/>
            <ac:spMk id="6" creationId="{A5839CFE-3894-AEC7-B558-35C9F7E41D22}"/>
          </ac:spMkLst>
        </pc:spChg>
        <pc:spChg chg="mod">
          <ac:chgData name="Rüdiger Schlenter" userId="8a030f3386ea58ef" providerId="LiveId" clId="{18201517-AB36-48E4-B1AC-CB30649A786A}" dt="2026-05-30T21:09:31.937" v="789" actId="20577"/>
          <ac:spMkLst>
            <pc:docMk/>
            <pc:sldMk cId="142139097" sldId="274"/>
            <ac:spMk id="7" creationId="{F2D07B79-BD8C-D3E6-4F8C-F559D843EF69}"/>
          </ac:spMkLst>
        </pc:spChg>
        <pc:spChg chg="add del mod">
          <ac:chgData name="Rüdiger Schlenter" userId="8a030f3386ea58ef" providerId="LiveId" clId="{18201517-AB36-48E4-B1AC-CB30649A786A}" dt="2026-05-30T21:08:22.740" v="778" actId="1076"/>
          <ac:spMkLst>
            <pc:docMk/>
            <pc:sldMk cId="142139097" sldId="274"/>
            <ac:spMk id="11" creationId="{BA5C40D7-0DA6-3EB5-4AC5-765B2455C656}"/>
          </ac:spMkLst>
        </pc:spChg>
        <pc:spChg chg="add del mod">
          <ac:chgData name="Rüdiger Schlenter" userId="8a030f3386ea58ef" providerId="LiveId" clId="{18201517-AB36-48E4-B1AC-CB30649A786A}" dt="2026-05-30T21:05:45.726" v="766" actId="478"/>
          <ac:spMkLst>
            <pc:docMk/>
            <pc:sldMk cId="142139097" sldId="274"/>
            <ac:spMk id="12" creationId="{240F7511-7AE5-1A50-2DFC-72BC339419DC}"/>
          </ac:spMkLst>
        </pc:spChg>
        <pc:picChg chg="add del mod">
          <ac:chgData name="Rüdiger Schlenter" userId="8a030f3386ea58ef" providerId="LiveId" clId="{18201517-AB36-48E4-B1AC-CB30649A786A}" dt="2026-05-31T03:54:42.716" v="1152" actId="478"/>
          <ac:picMkLst>
            <pc:docMk/>
            <pc:sldMk cId="142139097" sldId="274"/>
            <ac:picMk id="8" creationId="{6F4A30E1-68AD-39D1-0F58-2618804880AD}"/>
          </ac:picMkLst>
        </pc:picChg>
        <pc:picChg chg="add del mod">
          <ac:chgData name="Rüdiger Schlenter" userId="8a030f3386ea58ef" providerId="LiveId" clId="{18201517-AB36-48E4-B1AC-CB30649A786A}" dt="2026-05-30T21:03:55.628" v="757" actId="478"/>
          <ac:picMkLst>
            <pc:docMk/>
            <pc:sldMk cId="142139097" sldId="274"/>
            <ac:picMk id="8" creationId="{8F3A063E-EE84-3FD9-4ED7-36F4C8D645F1}"/>
          </ac:picMkLst>
        </pc:picChg>
        <pc:picChg chg="add del mod">
          <ac:chgData name="Rüdiger Schlenter" userId="8a030f3386ea58ef" providerId="LiveId" clId="{18201517-AB36-48E4-B1AC-CB30649A786A}" dt="2026-05-31T02:56:59.115" v="1095" actId="478"/>
          <ac:picMkLst>
            <pc:docMk/>
            <pc:sldMk cId="142139097" sldId="274"/>
            <ac:picMk id="10" creationId="{C0916FE7-5656-1BE7-049C-ECDCE95A46E8}"/>
          </ac:picMkLst>
        </pc:picChg>
        <pc:picChg chg="add del mod">
          <ac:chgData name="Rüdiger Schlenter" userId="8a030f3386ea58ef" providerId="LiveId" clId="{18201517-AB36-48E4-B1AC-CB30649A786A}" dt="2026-05-31T03:55:37.387" v="1155" actId="478"/>
          <ac:picMkLst>
            <pc:docMk/>
            <pc:sldMk cId="142139097" sldId="274"/>
            <ac:picMk id="12" creationId="{047C7CC9-5893-F9FB-8341-141823523379}"/>
          </ac:picMkLst>
        </pc:picChg>
        <pc:picChg chg="add mod">
          <ac:chgData name="Rüdiger Schlenter" userId="8a030f3386ea58ef" providerId="LiveId" clId="{18201517-AB36-48E4-B1AC-CB30649A786A}" dt="2026-05-31T03:56:14.735" v="1157" actId="1076"/>
          <ac:picMkLst>
            <pc:docMk/>
            <pc:sldMk cId="142139097" sldId="274"/>
            <ac:picMk id="14" creationId="{68408268-236B-7862-A3D8-1B00528DBFC3}"/>
          </ac:picMkLst>
        </pc:picChg>
      </pc:sldChg>
      <pc:sldChg chg="addSp delSp modSp add mod">
        <pc:chgData name="Rüdiger Schlenter" userId="8a030f3386ea58ef" providerId="LiveId" clId="{18201517-AB36-48E4-B1AC-CB30649A786A}" dt="2026-05-30T23:57:11.048" v="1051"/>
        <pc:sldMkLst>
          <pc:docMk/>
          <pc:sldMk cId="3424240895" sldId="275"/>
        </pc:sldMkLst>
        <pc:spChg chg="mod">
          <ac:chgData name="Rüdiger Schlenter" userId="8a030f3386ea58ef" providerId="LiveId" clId="{18201517-AB36-48E4-B1AC-CB30649A786A}" dt="2026-05-30T23:57:11.048" v="1051"/>
          <ac:spMkLst>
            <pc:docMk/>
            <pc:sldMk cId="3424240895" sldId="275"/>
            <ac:spMk id="2" creationId="{1D370B7F-A585-9E61-C258-3136CED7C2D0}"/>
          </ac:spMkLst>
        </pc:spChg>
        <pc:spChg chg="add del mod">
          <ac:chgData name="Rüdiger Schlenter" userId="8a030f3386ea58ef" providerId="LiveId" clId="{18201517-AB36-48E4-B1AC-CB30649A786A}" dt="2026-05-30T23:49:54.737" v="846" actId="478"/>
          <ac:spMkLst>
            <pc:docMk/>
            <pc:sldMk cId="3424240895" sldId="275"/>
            <ac:spMk id="3" creationId="{7B41F7D6-0AF5-797E-7716-BEB66D910428}"/>
          </ac:spMkLst>
        </pc:spChg>
        <pc:spChg chg="mod">
          <ac:chgData name="Rüdiger Schlenter" userId="8a030f3386ea58ef" providerId="LiveId" clId="{18201517-AB36-48E4-B1AC-CB30649A786A}" dt="2026-05-30T23:49:43.311" v="844" actId="207"/>
          <ac:spMkLst>
            <pc:docMk/>
            <pc:sldMk cId="3424240895" sldId="275"/>
            <ac:spMk id="4" creationId="{8930ED99-7C16-7AD2-AA93-7F8C0E26803D}"/>
          </ac:spMkLst>
        </pc:spChg>
        <pc:spChg chg="mod">
          <ac:chgData name="Rüdiger Schlenter" userId="8a030f3386ea58ef" providerId="LiveId" clId="{18201517-AB36-48E4-B1AC-CB30649A786A}" dt="2026-05-30T23:50:10.189" v="856" actId="207"/>
          <ac:spMkLst>
            <pc:docMk/>
            <pc:sldMk cId="3424240895" sldId="275"/>
            <ac:spMk id="5" creationId="{ED2ED6D0-9672-A7B4-ABA0-BA9306B96225}"/>
          </ac:spMkLst>
        </pc:spChg>
        <pc:spChg chg="mod">
          <ac:chgData name="Rüdiger Schlenter" userId="8a030f3386ea58ef" providerId="LiveId" clId="{18201517-AB36-48E4-B1AC-CB30649A786A}" dt="2026-05-30T23:49:51.468" v="845" actId="207"/>
          <ac:spMkLst>
            <pc:docMk/>
            <pc:sldMk cId="3424240895" sldId="275"/>
            <ac:spMk id="6" creationId="{AFB5E3CC-F9D0-3B3C-BA53-1FAF932E60A6}"/>
          </ac:spMkLst>
        </pc:spChg>
        <pc:spChg chg="mod">
          <ac:chgData name="Rüdiger Schlenter" userId="8a030f3386ea58ef" providerId="LiveId" clId="{18201517-AB36-48E4-B1AC-CB30649A786A}" dt="2026-05-30T23:50:16.988" v="857" actId="692"/>
          <ac:spMkLst>
            <pc:docMk/>
            <pc:sldMk cId="3424240895" sldId="275"/>
            <ac:spMk id="7" creationId="{2294AC04-483D-20D9-0414-DFF38578279C}"/>
          </ac:spMkLst>
        </pc:spChg>
        <pc:spChg chg="mod">
          <ac:chgData name="Rüdiger Schlenter" userId="8a030f3386ea58ef" providerId="LiveId" clId="{18201517-AB36-48E4-B1AC-CB30649A786A}" dt="2026-05-30T23:56:13.664" v="1047" actId="207"/>
          <ac:spMkLst>
            <pc:docMk/>
            <pc:sldMk cId="3424240895" sldId="275"/>
            <ac:spMk id="11" creationId="{4DBAAC35-9CE4-C8EB-6011-F61C454C3691}"/>
          </ac:spMkLst>
        </pc:spChg>
        <pc:picChg chg="add del mod">
          <ac:chgData name="Rüdiger Schlenter" userId="8a030f3386ea58ef" providerId="LiveId" clId="{18201517-AB36-48E4-B1AC-CB30649A786A}" dt="2026-05-30T23:49:56.649" v="847" actId="478"/>
          <ac:picMkLst>
            <pc:docMk/>
            <pc:sldMk cId="3424240895" sldId="275"/>
            <ac:picMk id="8" creationId="{BEFAFA68-4B76-D4EF-C2EF-F2A88211961E}"/>
          </ac:picMkLst>
        </pc:picChg>
      </pc:sldChg>
      <pc:sldChg chg="new del">
        <pc:chgData name="Rüdiger Schlenter" userId="8a030f3386ea58ef" providerId="LiveId" clId="{18201517-AB36-48E4-B1AC-CB30649A786A}" dt="2026-05-30T23:51:15.522" v="891" actId="47"/>
        <pc:sldMkLst>
          <pc:docMk/>
          <pc:sldMk cId="450970534" sldId="276"/>
        </pc:sldMkLst>
      </pc:sldChg>
      <pc:sldChg chg="modSp add mod">
        <pc:chgData name="Rüdiger Schlenter" userId="8a030f3386ea58ef" providerId="LiveId" clId="{18201517-AB36-48E4-B1AC-CB30649A786A}" dt="2026-05-30T23:58:09.737" v="1059" actId="20577"/>
        <pc:sldMkLst>
          <pc:docMk/>
          <pc:sldMk cId="829510494" sldId="276"/>
        </pc:sldMkLst>
        <pc:spChg chg="mod">
          <ac:chgData name="Rüdiger Schlenter" userId="8a030f3386ea58ef" providerId="LiveId" clId="{18201517-AB36-48E4-B1AC-CB30649A786A}" dt="2026-05-30T23:58:09.737" v="1059" actId="20577"/>
          <ac:spMkLst>
            <pc:docMk/>
            <pc:sldMk cId="829510494" sldId="276"/>
            <ac:spMk id="2" creationId="{BA75FCAC-1DA4-EC32-C0E0-C1273F01F607}"/>
          </ac:spMkLst>
        </pc:spChg>
        <pc:spChg chg="mod">
          <ac:chgData name="Rüdiger Schlenter" userId="8a030f3386ea58ef" providerId="LiveId" clId="{18201517-AB36-48E4-B1AC-CB30649A786A}" dt="2026-05-30T23:51:54.113" v="909" actId="20577"/>
          <ac:spMkLst>
            <pc:docMk/>
            <pc:sldMk cId="829510494" sldId="276"/>
            <ac:spMk id="4" creationId="{242E3A28-C625-731A-B8C0-CDBE9FF18672}"/>
          </ac:spMkLst>
        </pc:spChg>
        <pc:spChg chg="mod">
          <ac:chgData name="Rüdiger Schlenter" userId="8a030f3386ea58ef" providerId="LiveId" clId="{18201517-AB36-48E4-B1AC-CB30649A786A}" dt="2026-05-30T23:52:00.026" v="924" actId="20577"/>
          <ac:spMkLst>
            <pc:docMk/>
            <pc:sldMk cId="829510494" sldId="276"/>
            <ac:spMk id="7" creationId="{86AE0334-B616-5F4E-5D92-E66CDA7DBDD7}"/>
          </ac:spMkLst>
        </pc:spChg>
        <pc:spChg chg="mod">
          <ac:chgData name="Rüdiger Schlenter" userId="8a030f3386ea58ef" providerId="LiveId" clId="{18201517-AB36-48E4-B1AC-CB30649A786A}" dt="2026-05-30T23:56:06.590" v="1046" actId="207"/>
          <ac:spMkLst>
            <pc:docMk/>
            <pc:sldMk cId="829510494" sldId="276"/>
            <ac:spMk id="11" creationId="{C055D850-F7AA-711B-5B0D-9CF9CABAD5B5}"/>
          </ac:spMkLst>
        </pc:spChg>
      </pc:sldChg>
      <pc:sldChg chg="modSp add mod">
        <pc:chgData name="Rüdiger Schlenter" userId="8a030f3386ea58ef" providerId="LiveId" clId="{18201517-AB36-48E4-B1AC-CB30649A786A}" dt="2026-05-30T23:58:33.516" v="1061"/>
        <pc:sldMkLst>
          <pc:docMk/>
          <pc:sldMk cId="390172981" sldId="277"/>
        </pc:sldMkLst>
        <pc:spChg chg="mod">
          <ac:chgData name="Rüdiger Schlenter" userId="8a030f3386ea58ef" providerId="LiveId" clId="{18201517-AB36-48E4-B1AC-CB30649A786A}" dt="2026-05-30T23:58:33.516" v="1061"/>
          <ac:spMkLst>
            <pc:docMk/>
            <pc:sldMk cId="390172981" sldId="277"/>
            <ac:spMk id="2" creationId="{19F31550-D845-5858-C10E-2133B5F2F521}"/>
          </ac:spMkLst>
        </pc:spChg>
        <pc:spChg chg="mod">
          <ac:chgData name="Rüdiger Schlenter" userId="8a030f3386ea58ef" providerId="LiveId" clId="{18201517-AB36-48E4-B1AC-CB30649A786A}" dt="2026-05-30T23:52:06.305" v="934" actId="20577"/>
          <ac:spMkLst>
            <pc:docMk/>
            <pc:sldMk cId="390172981" sldId="277"/>
            <ac:spMk id="4" creationId="{23F0D06A-DE1C-9ED8-3CF5-BAFAE8FE5390}"/>
          </ac:spMkLst>
        </pc:spChg>
        <pc:spChg chg="mod">
          <ac:chgData name="Rüdiger Schlenter" userId="8a030f3386ea58ef" providerId="LiveId" clId="{18201517-AB36-48E4-B1AC-CB30649A786A}" dt="2026-05-30T23:52:13.726" v="945" actId="20577"/>
          <ac:spMkLst>
            <pc:docMk/>
            <pc:sldMk cId="390172981" sldId="277"/>
            <ac:spMk id="7" creationId="{4DB4902A-190B-53E4-336D-066032058FF5}"/>
          </ac:spMkLst>
        </pc:spChg>
        <pc:spChg chg="mod">
          <ac:chgData name="Rüdiger Schlenter" userId="8a030f3386ea58ef" providerId="LiveId" clId="{18201517-AB36-48E4-B1AC-CB30649A786A}" dt="2026-05-30T23:55:58.024" v="1045" actId="207"/>
          <ac:spMkLst>
            <pc:docMk/>
            <pc:sldMk cId="390172981" sldId="277"/>
            <ac:spMk id="11" creationId="{E1BFF433-E32D-7687-8A00-C0CB379F6568}"/>
          </ac:spMkLst>
        </pc:spChg>
      </pc:sldChg>
      <pc:sldChg chg="modSp add mod">
        <pc:chgData name="Rüdiger Schlenter" userId="8a030f3386ea58ef" providerId="LiveId" clId="{18201517-AB36-48E4-B1AC-CB30649A786A}" dt="2026-05-30T23:59:05.392" v="1063"/>
        <pc:sldMkLst>
          <pc:docMk/>
          <pc:sldMk cId="1035098154" sldId="278"/>
        </pc:sldMkLst>
        <pc:spChg chg="mod">
          <ac:chgData name="Rüdiger Schlenter" userId="8a030f3386ea58ef" providerId="LiveId" clId="{18201517-AB36-48E4-B1AC-CB30649A786A}" dt="2026-05-30T23:59:05.392" v="1063"/>
          <ac:spMkLst>
            <pc:docMk/>
            <pc:sldMk cId="1035098154" sldId="278"/>
            <ac:spMk id="2" creationId="{D16D4FF3-8B2A-F4CA-722B-F17FCB26BA52}"/>
          </ac:spMkLst>
        </pc:spChg>
        <pc:spChg chg="mod">
          <ac:chgData name="Rüdiger Schlenter" userId="8a030f3386ea58ef" providerId="LiveId" clId="{18201517-AB36-48E4-B1AC-CB30649A786A}" dt="2026-05-30T23:52:38.294" v="962" actId="20577"/>
          <ac:spMkLst>
            <pc:docMk/>
            <pc:sldMk cId="1035098154" sldId="278"/>
            <ac:spMk id="4" creationId="{6E5465D4-6507-52A2-EB1A-3937F73497E8}"/>
          </ac:spMkLst>
        </pc:spChg>
        <pc:spChg chg="mod">
          <ac:chgData name="Rüdiger Schlenter" userId="8a030f3386ea58ef" providerId="LiveId" clId="{18201517-AB36-48E4-B1AC-CB30649A786A}" dt="2026-05-30T23:53:34.360" v="1012" actId="20577"/>
          <ac:spMkLst>
            <pc:docMk/>
            <pc:sldMk cId="1035098154" sldId="278"/>
            <ac:spMk id="7" creationId="{45357A15-21E1-25E9-C3E1-70E994DFB864}"/>
          </ac:spMkLst>
        </pc:spChg>
        <pc:spChg chg="mod">
          <ac:chgData name="Rüdiger Schlenter" userId="8a030f3386ea58ef" providerId="LiveId" clId="{18201517-AB36-48E4-B1AC-CB30649A786A}" dt="2026-05-30T23:55:50.410" v="1044" actId="207"/>
          <ac:spMkLst>
            <pc:docMk/>
            <pc:sldMk cId="1035098154" sldId="278"/>
            <ac:spMk id="11" creationId="{8372BA06-D4E5-CABA-7C76-0FC41C8E6C07}"/>
          </ac:spMkLst>
        </pc:spChg>
      </pc:sldChg>
      <pc:sldChg chg="modSp add mod">
        <pc:chgData name="Rüdiger Schlenter" userId="8a030f3386ea58ef" providerId="LiveId" clId="{18201517-AB36-48E4-B1AC-CB30649A786A}" dt="2026-05-30T23:59:31.068" v="1065"/>
        <pc:sldMkLst>
          <pc:docMk/>
          <pc:sldMk cId="124267234" sldId="279"/>
        </pc:sldMkLst>
        <pc:spChg chg="mod">
          <ac:chgData name="Rüdiger Schlenter" userId="8a030f3386ea58ef" providerId="LiveId" clId="{18201517-AB36-48E4-B1AC-CB30649A786A}" dt="2026-05-30T23:59:31.068" v="1065"/>
          <ac:spMkLst>
            <pc:docMk/>
            <pc:sldMk cId="124267234" sldId="279"/>
            <ac:spMk id="2" creationId="{E6FC786A-8C47-4AFF-31B6-F48291723A0D}"/>
          </ac:spMkLst>
        </pc:spChg>
        <pc:spChg chg="mod">
          <ac:chgData name="Rüdiger Schlenter" userId="8a030f3386ea58ef" providerId="LiveId" clId="{18201517-AB36-48E4-B1AC-CB30649A786A}" dt="2026-05-30T23:53:11.857" v="985" actId="20577"/>
          <ac:spMkLst>
            <pc:docMk/>
            <pc:sldMk cId="124267234" sldId="279"/>
            <ac:spMk id="4" creationId="{440D81F5-E894-02D5-DA11-0F73A44B4FE6}"/>
          </ac:spMkLst>
        </pc:spChg>
        <pc:spChg chg="mod">
          <ac:chgData name="Rüdiger Schlenter" userId="8a030f3386ea58ef" providerId="LiveId" clId="{18201517-AB36-48E4-B1AC-CB30649A786A}" dt="2026-05-30T23:53:17.141" v="994" actId="20577"/>
          <ac:spMkLst>
            <pc:docMk/>
            <pc:sldMk cId="124267234" sldId="279"/>
            <ac:spMk id="7" creationId="{0D1033BA-8F25-2525-2512-5DFABC918163}"/>
          </ac:spMkLst>
        </pc:spChg>
        <pc:spChg chg="mod">
          <ac:chgData name="Rüdiger Schlenter" userId="8a030f3386ea58ef" providerId="LiveId" clId="{18201517-AB36-48E4-B1AC-CB30649A786A}" dt="2026-05-30T23:55:42.273" v="1043" actId="207"/>
          <ac:spMkLst>
            <pc:docMk/>
            <pc:sldMk cId="124267234" sldId="279"/>
            <ac:spMk id="11" creationId="{0632EC11-1F0B-9C1B-9B07-669E03A0DA4A}"/>
          </ac:spMkLst>
        </pc:spChg>
      </pc:sldChg>
      <pc:sldChg chg="addSp delSp modSp add mod">
        <pc:chgData name="Rüdiger Schlenter" userId="8a030f3386ea58ef" providerId="LiveId" clId="{18201517-AB36-48E4-B1AC-CB30649A786A}" dt="2026-05-30T23:59:58.298" v="1067"/>
        <pc:sldMkLst>
          <pc:docMk/>
          <pc:sldMk cId="3247360874" sldId="280"/>
        </pc:sldMkLst>
        <pc:spChg chg="mod">
          <ac:chgData name="Rüdiger Schlenter" userId="8a030f3386ea58ef" providerId="LiveId" clId="{18201517-AB36-48E4-B1AC-CB30649A786A}" dt="2026-05-30T23:59:58.298" v="1067"/>
          <ac:spMkLst>
            <pc:docMk/>
            <pc:sldMk cId="3247360874" sldId="280"/>
            <ac:spMk id="2" creationId="{1159A8F6-BD78-04AF-8E6C-4463CA6E120E}"/>
          </ac:spMkLst>
        </pc:spChg>
        <pc:spChg chg="add del mod">
          <ac:chgData name="Rüdiger Schlenter" userId="8a030f3386ea58ef" providerId="LiveId" clId="{18201517-AB36-48E4-B1AC-CB30649A786A}" dt="2026-05-30T23:54:56.035" v="1017" actId="478"/>
          <ac:spMkLst>
            <pc:docMk/>
            <pc:sldMk cId="3247360874" sldId="280"/>
            <ac:spMk id="3" creationId="{FA3156A4-CD93-A46D-8F75-B9C26113F724}"/>
          </ac:spMkLst>
        </pc:spChg>
        <pc:spChg chg="mod">
          <ac:chgData name="Rüdiger Schlenter" userId="8a030f3386ea58ef" providerId="LiveId" clId="{18201517-AB36-48E4-B1AC-CB30649A786A}" dt="2026-05-30T23:55:07.693" v="1029" actId="20577"/>
          <ac:spMkLst>
            <pc:docMk/>
            <pc:sldMk cId="3247360874" sldId="280"/>
            <ac:spMk id="4" creationId="{9E0A8CEE-B6BB-B24A-B307-D99AD7ECF4CC}"/>
          </ac:spMkLst>
        </pc:spChg>
        <pc:spChg chg="mod">
          <ac:chgData name="Rüdiger Schlenter" userId="8a030f3386ea58ef" providerId="LiveId" clId="{18201517-AB36-48E4-B1AC-CB30649A786A}" dt="2026-05-30T23:54:52.923" v="1016" actId="207"/>
          <ac:spMkLst>
            <pc:docMk/>
            <pc:sldMk cId="3247360874" sldId="280"/>
            <ac:spMk id="5" creationId="{393EA47C-34E8-6D15-D1BF-75E0FCAC4C6C}"/>
          </ac:spMkLst>
        </pc:spChg>
        <pc:spChg chg="mod">
          <ac:chgData name="Rüdiger Schlenter" userId="8a030f3386ea58ef" providerId="LiveId" clId="{18201517-AB36-48E4-B1AC-CB30649A786A}" dt="2026-05-30T23:54:52.923" v="1016" actId="207"/>
          <ac:spMkLst>
            <pc:docMk/>
            <pc:sldMk cId="3247360874" sldId="280"/>
            <ac:spMk id="6" creationId="{70D54468-ECE3-4245-E794-9F1EF3AF8AC2}"/>
          </ac:spMkLst>
        </pc:spChg>
        <pc:spChg chg="mod">
          <ac:chgData name="Rüdiger Schlenter" userId="8a030f3386ea58ef" providerId="LiveId" clId="{18201517-AB36-48E4-B1AC-CB30649A786A}" dt="2026-05-30T23:55:21.337" v="1041" actId="692"/>
          <ac:spMkLst>
            <pc:docMk/>
            <pc:sldMk cId="3247360874" sldId="280"/>
            <ac:spMk id="7" creationId="{A2C36E13-A460-0AD5-7E36-0FB1B1744B23}"/>
          </ac:spMkLst>
        </pc:spChg>
        <pc:spChg chg="mod">
          <ac:chgData name="Rüdiger Schlenter" userId="8a030f3386ea58ef" providerId="LiveId" clId="{18201517-AB36-48E4-B1AC-CB30649A786A}" dt="2026-05-30T23:55:35.220" v="1042" actId="207"/>
          <ac:spMkLst>
            <pc:docMk/>
            <pc:sldMk cId="3247360874" sldId="280"/>
            <ac:spMk id="11" creationId="{B9918271-F5B7-FB26-6822-A8F6F5A041C1}"/>
          </ac:spMkLst>
        </pc:spChg>
        <pc:picChg chg="add del mod">
          <ac:chgData name="Rüdiger Schlenter" userId="8a030f3386ea58ef" providerId="LiveId" clId="{18201517-AB36-48E4-B1AC-CB30649A786A}" dt="2026-05-30T23:55:01.314" v="1018" actId="478"/>
          <ac:picMkLst>
            <pc:docMk/>
            <pc:sldMk cId="3247360874" sldId="280"/>
            <ac:picMk id="8" creationId="{84F4BA3E-6CB3-0FF4-F8D0-3D085FC14E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5C31-9359-4949-BED1-0133BA12B92D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10E30-F480-4E44-849D-8646E5BE8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77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53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610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051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470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E680338-2089-9199-14B7-9E33CBA908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329" y="488446"/>
            <a:ext cx="3047206" cy="1474848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9112B7D3-624C-C9B6-F761-159CD14FE9D4}"/>
              </a:ext>
            </a:extLst>
          </p:cNvPr>
          <p:cNvSpPr/>
          <p:nvPr userDrawn="1"/>
        </p:nvSpPr>
        <p:spPr>
          <a:xfrm>
            <a:off x="731329" y="5790585"/>
            <a:ext cx="10726166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Rüdiger Schlenter  |  IU14092699  | Datum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D8F1B43B-465B-8F20-C8F8-E7114DD8B2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2449513"/>
            <a:ext cx="10725150" cy="1085850"/>
          </a:xfrm>
        </p:spPr>
        <p:txBody>
          <a:bodyPr lIns="180000" tIns="180000" anchor="ctr" anchorCtr="0"/>
          <a:lstStyle>
            <a:lvl1pPr>
              <a:buNone/>
              <a:defRPr sz="5400" b="1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98B1B87-42CD-5EF2-8A8B-AAF8896CE3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508" y="6282000"/>
            <a:ext cx="12188826" cy="576000"/>
          </a:xfrm>
          <a:solidFill>
            <a:srgbClr val="4DFBFF"/>
          </a:solidFill>
        </p:spPr>
        <p:txBody>
          <a:bodyPr lIns="360000" anchor="ctr" anchorCtr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2800">
                <a:solidFill>
                  <a:srgbClr val="FFFFFF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sz="28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Rüdiger Schlenter  |  IU14092699  | 30.05.2026</a:t>
            </a:r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F447115-DBE8-BF63-F36B-C0EDC3FE25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2917" y="4273171"/>
            <a:ext cx="10726166" cy="357416"/>
          </a:xfrm>
        </p:spPr>
        <p:txBody>
          <a:bodyPr/>
          <a:lstStyle>
            <a:lvl1pPr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de-DE" dirty="0"/>
              <a:t>Phase / Untertitel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1E4980E-BE96-0965-9A45-4A58F6A667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822" y="3535363"/>
            <a:ext cx="10726166" cy="738187"/>
          </a:xfrm>
        </p:spPr>
        <p:txBody>
          <a:bodyPr anchor="ctr" anchorCtr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sz="2800" dirty="0" err="1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Kursname</a:t>
            </a:r>
            <a:r>
              <a:rPr lang="en-US" sz="2800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(</a:t>
            </a:r>
            <a:r>
              <a:rPr lang="en-US" sz="2800" dirty="0" err="1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Kursnummer</a:t>
            </a:r>
            <a:r>
              <a:rPr lang="en-US" sz="2800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42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4DFBFF"/>
          </a:solidFill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9"/>
          </a:xfrm>
          <a:solidFill>
            <a:srgbClr val="F1FFFF"/>
          </a:solidFill>
        </p:spPr>
        <p:txBody>
          <a:bodyPr tIns="180000"/>
          <a:lstStyle>
            <a:lvl1pPr>
              <a:defRPr b="0">
                <a:solidFill>
                  <a:srgbClr val="000000"/>
                </a:solidFill>
              </a:defRPr>
            </a:lvl1pPr>
            <a:lvl2pPr>
              <a:defRPr b="0">
                <a:solidFill>
                  <a:srgbClr val="000000"/>
                </a:solidFill>
              </a:defRPr>
            </a:lvl2pPr>
            <a:lvl3pPr>
              <a:defRPr b="0">
                <a:solidFill>
                  <a:srgbClr val="000000"/>
                </a:solidFill>
              </a:defRPr>
            </a:lvl3pPr>
            <a:lvl4pPr>
              <a:defRPr b="0">
                <a:solidFill>
                  <a:srgbClr val="000000"/>
                </a:solidFill>
              </a:defRPr>
            </a:lvl4pPr>
            <a:lvl5pPr>
              <a:defRPr b="0"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290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4816681-7B43-60DF-8638-C338BBAE4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2559600"/>
            <a:ext cx="9662400" cy="604800"/>
          </a:xfrm>
          <a:solidFill>
            <a:srgbClr val="4DFBFF"/>
          </a:solidFill>
        </p:spPr>
        <p:txBody>
          <a:bodyPr lIns="360000" anchor="ctr" anchorCtr="0"/>
          <a:lstStyle>
            <a:lvl1pPr>
              <a:buNone/>
              <a:defRPr b="1"/>
            </a:lvl1pPr>
          </a:lstStyle>
          <a:p>
            <a:pPr lvl="0"/>
            <a:r>
              <a:rPr lang="de-DE" dirty="0"/>
              <a:t>1. ABSCHNITTSÜBERSCHRIFT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CDF0CC6-2846-3172-9737-6AFE0683E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3429000"/>
            <a:ext cx="5882400" cy="399600"/>
          </a:xfrm>
        </p:spPr>
        <p:txBody>
          <a:bodyPr lIns="360000"/>
          <a:lstStyle>
            <a:lvl1pPr>
              <a:buNone/>
              <a:defRPr sz="2000" b="1">
                <a:solidFill>
                  <a:srgbClr val="4DFBFF"/>
                </a:solidFill>
              </a:defRPr>
            </a:lvl1pPr>
          </a:lstStyle>
          <a:p>
            <a:pPr lvl="0"/>
            <a:r>
              <a:rPr lang="de-DE" dirty="0"/>
              <a:t>Abschnittsbeschreibung</a:t>
            </a:r>
          </a:p>
        </p:txBody>
      </p:sp>
    </p:spTree>
    <p:extLst>
      <p:ext uri="{BB962C8B-B14F-4D97-AF65-F5344CB8AC3E}">
        <p14:creationId xmlns:p14="http://schemas.microsoft.com/office/powerpoint/2010/main" val="232069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FF4757"/>
          </a:solidFill>
        </p:spPr>
        <p:txBody>
          <a:bodyPr lIns="180000"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8"/>
          </a:xfrm>
          <a:solidFill>
            <a:srgbClr val="FFB5BC"/>
          </a:solidFill>
        </p:spPr>
        <p:txBody>
          <a:bodyPr lIns="180000" tIns="180000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704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FFA73A"/>
          </a:solidFill>
        </p:spPr>
        <p:txBody>
          <a:bodyPr lIns="180000"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9"/>
          </a:xfrm>
          <a:solidFill>
            <a:srgbClr val="FFF8EF"/>
          </a:solidFill>
        </p:spPr>
        <p:txBody>
          <a:bodyPr lIns="180000"/>
          <a:lstStyle>
            <a:lvl1pPr>
              <a:defRPr b="0">
                <a:solidFill>
                  <a:srgbClr val="000000"/>
                </a:solidFill>
              </a:defRPr>
            </a:lvl1pPr>
            <a:lvl2pPr>
              <a:defRPr b="0">
                <a:solidFill>
                  <a:srgbClr val="000000"/>
                </a:solidFill>
              </a:defRPr>
            </a:lvl2pPr>
            <a:lvl3pPr>
              <a:defRPr b="0">
                <a:solidFill>
                  <a:srgbClr val="000000"/>
                </a:solidFill>
              </a:defRPr>
            </a:lvl3pPr>
            <a:lvl4pPr>
              <a:defRPr b="0">
                <a:solidFill>
                  <a:srgbClr val="000000"/>
                </a:solidFill>
              </a:defRPr>
            </a:lvl4pPr>
            <a:lvl5pPr>
              <a:defRPr b="0"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09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79B747"/>
          </a:solidFill>
        </p:spPr>
        <p:txBody>
          <a:bodyPr lIns="180000"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9"/>
          </a:xfrm>
          <a:solidFill>
            <a:srgbClr val="BBFFB8"/>
          </a:solidFill>
        </p:spPr>
        <p:txBody>
          <a:bodyPr lIns="180000"/>
          <a:lstStyle>
            <a:lvl1pPr>
              <a:defRPr b="0">
                <a:solidFill>
                  <a:srgbClr val="000000"/>
                </a:solidFill>
              </a:defRPr>
            </a:lvl1pPr>
            <a:lvl2pPr>
              <a:defRPr b="0">
                <a:solidFill>
                  <a:srgbClr val="000000"/>
                </a:solidFill>
              </a:defRPr>
            </a:lvl2pPr>
            <a:lvl3pPr>
              <a:defRPr b="0">
                <a:solidFill>
                  <a:srgbClr val="000000"/>
                </a:solidFill>
              </a:defRPr>
            </a:lvl3pPr>
            <a:lvl4pPr>
              <a:defRPr b="0">
                <a:solidFill>
                  <a:srgbClr val="000000"/>
                </a:solidFill>
              </a:defRPr>
            </a:lvl4pPr>
            <a:lvl5pPr>
              <a:defRPr b="0"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851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C87ED-F9AD-9303-57C0-A17B1E2C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</p:spPr>
        <p:txBody>
          <a:bodyPr lIns="18000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FB7EE3-788D-8220-1199-EC78A233B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69925"/>
            <a:ext cx="5181600" cy="5207038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D3F4F8-A8AA-B143-2B76-DF754E08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9925"/>
            <a:ext cx="5181600" cy="5207038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015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C87ED-F9AD-9303-57C0-A17B1E2C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</p:spPr>
        <p:txBody>
          <a:bodyPr lIns="18000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FB7EE3-788D-8220-1199-EC78A233B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49972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D3F4F8-A8AA-B143-2B76-DF754E08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49972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947485E-0C8D-DFED-A08A-5CB7D1F1F6A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200" y="3663206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52AFE7A4-E2FD-7FBF-1D3C-DFC53BB9C49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2200" y="3663206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742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bco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05E22FF-ECD6-01B4-50FC-B3161792CDD8}"/>
              </a:ext>
            </a:extLst>
          </p:cNvPr>
          <p:cNvGrpSpPr/>
          <p:nvPr userDrawn="1"/>
        </p:nvGrpSpPr>
        <p:grpSpPr>
          <a:xfrm>
            <a:off x="3831459" y="1951968"/>
            <a:ext cx="4529083" cy="2954064"/>
            <a:chOff x="4046384" y="2080301"/>
            <a:chExt cx="4529083" cy="2954064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30FDEDB5-204A-11D2-3328-3B6014F6A5AF}"/>
                </a:ext>
              </a:extLst>
            </p:cNvPr>
            <p:cNvSpPr/>
            <p:nvPr userDrawn="1"/>
          </p:nvSpPr>
          <p:spPr>
            <a:xfrm>
              <a:off x="4046384" y="2104366"/>
              <a:ext cx="882796" cy="794085"/>
            </a:xfrm>
            <a:prstGeom prst="rect">
              <a:avLst/>
            </a:prstGeom>
            <a:solidFill>
              <a:srgbClr val="FFA73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#FFA73A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607E717-E582-302D-4DB0-D11526A0F0D8}"/>
                </a:ext>
              </a:extLst>
            </p:cNvPr>
            <p:cNvSpPr/>
            <p:nvPr userDrawn="1"/>
          </p:nvSpPr>
          <p:spPr>
            <a:xfrm>
              <a:off x="5261813" y="2104366"/>
              <a:ext cx="882796" cy="794085"/>
            </a:xfrm>
            <a:prstGeom prst="rect">
              <a:avLst/>
            </a:prstGeom>
            <a:solidFill>
              <a:srgbClr val="4DFB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#4DFBFF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DEB1D2A-1664-44DD-93C3-7BBBDB8DCAEC}"/>
                </a:ext>
              </a:extLst>
            </p:cNvPr>
            <p:cNvSpPr/>
            <p:nvPr userDrawn="1"/>
          </p:nvSpPr>
          <p:spPr>
            <a:xfrm>
              <a:off x="7692671" y="2104365"/>
              <a:ext cx="882796" cy="794085"/>
            </a:xfrm>
            <a:prstGeom prst="rect">
              <a:avLst/>
            </a:prstGeom>
            <a:solidFill>
              <a:srgbClr val="FF47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#FF4757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F760663-657A-EB43-A48A-450CEE692159}"/>
                </a:ext>
              </a:extLst>
            </p:cNvPr>
            <p:cNvSpPr/>
            <p:nvPr userDrawn="1"/>
          </p:nvSpPr>
          <p:spPr>
            <a:xfrm>
              <a:off x="6477242" y="2080301"/>
              <a:ext cx="882796" cy="794085"/>
            </a:xfrm>
            <a:prstGeom prst="rect">
              <a:avLst/>
            </a:prstGeom>
            <a:solidFill>
              <a:srgbClr val="79B7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#79B747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82066418-D51E-FC54-7CD4-C14F4923DA9A}"/>
                </a:ext>
              </a:extLst>
            </p:cNvPr>
            <p:cNvSpPr/>
            <p:nvPr userDrawn="1"/>
          </p:nvSpPr>
          <p:spPr>
            <a:xfrm>
              <a:off x="4046384" y="4240280"/>
              <a:ext cx="882796" cy="794085"/>
            </a:xfrm>
            <a:prstGeom prst="rect">
              <a:avLst/>
            </a:prstGeom>
            <a:solidFill>
              <a:srgbClr val="FFF8E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 dirty="0">
                  <a:solidFill>
                    <a:schemeClr val="tx1"/>
                  </a:solidFill>
                </a:rPr>
                <a:t>#FFF8EF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BCAD25CF-E9BC-60F1-BC6D-1909EA7C9484}"/>
                </a:ext>
              </a:extLst>
            </p:cNvPr>
            <p:cNvSpPr/>
            <p:nvPr userDrawn="1"/>
          </p:nvSpPr>
          <p:spPr>
            <a:xfrm>
              <a:off x="5261813" y="4240280"/>
              <a:ext cx="882796" cy="794085"/>
            </a:xfrm>
            <a:prstGeom prst="rect">
              <a:avLst/>
            </a:prstGeom>
            <a:solidFill>
              <a:srgbClr val="F1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 dirty="0">
                  <a:solidFill>
                    <a:schemeClr val="tx1"/>
                  </a:solidFill>
                </a:rPr>
                <a:t>#F1FFFF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AC941CD-94B2-B5AB-1148-F3E8AE4EFBD7}"/>
                </a:ext>
              </a:extLst>
            </p:cNvPr>
            <p:cNvSpPr/>
            <p:nvPr userDrawn="1"/>
          </p:nvSpPr>
          <p:spPr>
            <a:xfrm>
              <a:off x="7692671" y="4240279"/>
              <a:ext cx="882796" cy="794085"/>
            </a:xfrm>
            <a:prstGeom prst="rect">
              <a:avLst/>
            </a:prstGeom>
            <a:solidFill>
              <a:srgbClr val="FFB5B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>
                  <a:solidFill>
                    <a:schemeClr val="tx1"/>
                  </a:solidFill>
                </a:rPr>
                <a:t>#FFB5BC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98D2B65F-DB92-7A42-AADF-A1FAB46E13CA}"/>
                </a:ext>
              </a:extLst>
            </p:cNvPr>
            <p:cNvSpPr/>
            <p:nvPr userDrawn="1"/>
          </p:nvSpPr>
          <p:spPr>
            <a:xfrm>
              <a:off x="6477242" y="4216215"/>
              <a:ext cx="882796" cy="794085"/>
            </a:xfrm>
            <a:prstGeom prst="rect">
              <a:avLst/>
            </a:prstGeom>
            <a:solidFill>
              <a:srgbClr val="BBFFB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>
                  <a:solidFill>
                    <a:schemeClr val="tx1"/>
                  </a:solidFill>
                </a:rPr>
                <a:t>#BBFFB8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68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2AA0D-3F8A-B3EA-6E21-2C03D2D75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B1C071-8187-31B0-D93C-A62EC770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32846A-9FC8-985B-AEBF-9C7D4EC17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172B2C-9852-77ED-7597-35C9B7F5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814879-D632-2826-FE6B-EAC3D85E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4F0F57-0A18-3803-20FF-5B35669C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79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0E6BE-8481-0F3F-7449-9DEA8206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CE236A6-D9B7-1D82-2DC4-12D2C5FD9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85E6A5-7E59-3FB8-8EAC-C771753B9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B5CBC3-499D-8CA1-21E8-E4AE3E5C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A8880D-D341-70E9-DECC-633A4161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BA7195-BF1B-F305-8CA9-107961E9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336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23FCF-7FB0-BD18-B0A3-DB2EAEBC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80000" tIns="3600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A203C4-5C24-0CE8-B3F0-41BD1DCC4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t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0EF138-6A46-E9F0-0B4D-10EBB56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EBC85-36AE-851A-0AAE-A1F80070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BE12D-D9D2-BF06-0ACF-B94D4CC3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0953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93AB83-BBE4-4EBB-282E-2D01404BE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75CBAF-784A-621C-D5E7-D3D06F32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2D4990-536E-2876-CA91-967DC4E7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31.05.2026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B5D41A-AEF5-85CD-DFB9-7BC8D0F1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405B3E-D5D7-399C-C2E9-DC8E56A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302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61903F-4968-2765-85BB-FE729D89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</p:spPr>
        <p:txBody>
          <a:bodyPr lIns="180000"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2474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DD79827-9B39-0F64-8DE7-090C8903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prstGeom prst="rect">
            <a:avLst/>
          </a:prstGeom>
          <a:solidFill>
            <a:schemeClr val="tx1"/>
          </a:solidFill>
        </p:spPr>
        <p:txBody>
          <a:bodyPr vert="horz" lIns="18000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CE6C45-3334-64CC-8EB9-89486C2E4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9925"/>
            <a:ext cx="10515600" cy="5207038"/>
          </a:xfrm>
          <a:prstGeom prst="rect">
            <a:avLst/>
          </a:prstGeom>
          <a:solidFill>
            <a:srgbClr val="F1FFFF"/>
          </a:solidFill>
        </p:spPr>
        <p:txBody>
          <a:bodyPr vert="horz" lIns="180000" tIns="18000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5753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0" r:id="rId4"/>
    <p:sldLayoutId id="2147483662" r:id="rId5"/>
    <p:sldLayoutId id="2147483663" r:id="rId6"/>
    <p:sldLayoutId id="2147483652" r:id="rId7"/>
    <p:sldLayoutId id="2147483664" r:id="rId8"/>
    <p:sldLayoutId id="2147483661" r:id="rId9"/>
    <p:sldLayoutId id="2147483656" r:id="rId10"/>
    <p:sldLayoutId id="2147483657" r:id="rId11"/>
    <p:sldLayoutId id="2147483658" r:id="rId12"/>
    <p:sldLayoutId id="2147483659" r:id="rId13"/>
    <p:sldLayoutId id="214748366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extplatzhalter 1">
            <a:extLst>
              <a:ext uri="{FF2B5EF4-FFF2-40B4-BE49-F238E27FC236}">
                <a16:creationId xmlns:a16="http://schemas.microsoft.com/office/drawing/2014/main" id="{AAB2DEC8-BF8C-F447-DA48-DC682AF207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Buchtausch-App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04BDA9-DE0F-7A2E-D166-29447626EF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solidFill>
            <a:srgbClr val="000000"/>
          </a:solidFill>
        </p:spPr>
        <p:txBody>
          <a:bodyPr lIns="180000">
            <a:normAutofit lnSpcReduction="10000"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Rüdiger Schlenter  |  IU14092699  | 30.05.2026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8C0255-93C0-A8BF-A7F4-F9C163320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FFFFFF"/>
          </a:solidFill>
        </p:spPr>
        <p:txBody>
          <a:bodyPr>
            <a:normAutofit fontScale="55000" lnSpcReduction="20000"/>
          </a:bodyPr>
          <a:lstStyle/>
          <a:p>
            <a:r>
              <a:rPr lang="de-DE" dirty="0"/>
              <a:t>Erarbeitungs- und Reflexionsphase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E2C873-9AF4-0095-9019-9134B357F6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Data-Mart-</a:t>
            </a:r>
            <a:r>
              <a:rPr lang="en-US" dirty="0" err="1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Erstellung</a:t>
            </a:r>
            <a:r>
              <a:rPr lang="en-US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in SQL (DLBDSPBDM01_D)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142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569755-BB7E-FD75-7D1D-06048B4F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7E6319-EE73-1910-9BAB-3F50FA044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6426000"/>
          </a:xfrm>
          <a:solidFill>
            <a:srgbClr val="FFFFFF"/>
          </a:solidFill>
        </p:spPr>
        <p:txBody>
          <a:bodyPr lIns="180000" tIns="180000"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Projektkontext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Datenbankimplementierung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3362950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43142-8105-24F5-10B0-2AF72BBD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DF67A9-4E12-F2A4-A6DC-7B270EBBD6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2559600"/>
            <a:ext cx="9662400" cy="432000"/>
          </a:xfrm>
          <a:solidFill>
            <a:srgbClr val="000000"/>
          </a:solidFill>
        </p:spPr>
        <p:txBody>
          <a:bodyPr tIns="4680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de-DE" dirty="0">
                <a:solidFill>
                  <a:srgbClr val="FFFFFF"/>
                </a:solidFill>
              </a:rPr>
              <a:t>1. Projektkontext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753331-2B21-1343-37AC-7ECD97555A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FFFFFF"/>
          </a:solidFill>
        </p:spPr>
        <p:txBody>
          <a:bodyPr tIns="3600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Technisches Umfeld, App-Module</a:t>
            </a:r>
          </a:p>
        </p:txBody>
      </p:sp>
    </p:spTree>
    <p:extLst>
      <p:ext uri="{BB962C8B-B14F-4D97-AF65-F5344CB8AC3E}">
        <p14:creationId xmlns:p14="http://schemas.microsoft.com/office/powerpoint/2010/main" val="289524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8BBE741A-9722-B919-AD4B-D6AD38655F9F}"/>
              </a:ext>
            </a:extLst>
          </p:cNvPr>
          <p:cNvSpPr txBox="1">
            <a:spLocks/>
          </p:cNvSpPr>
          <p:nvPr/>
        </p:nvSpPr>
        <p:spPr>
          <a:xfrm>
            <a:off x="838200" y="3663206"/>
            <a:ext cx="5181600" cy="2520000"/>
          </a:xfrm>
          <a:prstGeom prst="rect">
            <a:avLst/>
          </a:prstGeom>
          <a:solidFill>
            <a:srgbClr val="FFFFF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Oracle SQL Developer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2816B1-D1E0-8B59-80EF-7DA9D50B8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000" b="1" dirty="0"/>
              <a:t>Oracle Database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F7F65069-FAD0-9046-2678-AD70048E593A}"/>
              </a:ext>
            </a:extLst>
          </p:cNvPr>
          <p:cNvSpPr txBox="1">
            <a:spLocks/>
          </p:cNvSpPr>
          <p:nvPr/>
        </p:nvSpPr>
        <p:spPr>
          <a:xfrm>
            <a:off x="6172200" y="1049972"/>
            <a:ext cx="5181600" cy="2520000"/>
          </a:xfrm>
          <a:prstGeom prst="rect">
            <a:avLst/>
          </a:prstGeom>
          <a:solidFill>
            <a:srgbClr val="FFFFF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 err="1"/>
              <a:t>Podman</a:t>
            </a:r>
            <a:endParaRPr lang="de-DE" sz="2000" b="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531C67-AEAA-D1D7-94C8-83D722F67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Technologien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A5E51A6-B16A-F182-50C1-23C3140609F5}"/>
              </a:ext>
            </a:extLst>
          </p:cNvPr>
          <p:cNvSpPr txBox="1"/>
          <p:nvPr/>
        </p:nvSpPr>
        <p:spPr>
          <a:xfrm>
            <a:off x="2466305" y="1854980"/>
            <a:ext cx="2762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it-IT" dirty="0">
                <a:solidFill>
                  <a:srgbClr val="000000"/>
                </a:solidFill>
              </a:rPr>
              <a:t>Oracle AI Database 26ai Free Release 23.26.1.0.0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EC9305E-A9EA-F46D-A904-EA37E25F33CC}"/>
              </a:ext>
            </a:extLst>
          </p:cNvPr>
          <p:cNvSpPr txBox="1"/>
          <p:nvPr/>
        </p:nvSpPr>
        <p:spPr>
          <a:xfrm>
            <a:off x="7800305" y="1854980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Container-</a:t>
            </a:r>
            <a:r>
              <a:rPr lang="de-DE" dirty="0" err="1">
                <a:solidFill>
                  <a:srgbClr val="000000"/>
                </a:solidFill>
              </a:rPr>
              <a:t>Runtime</a:t>
            </a:r>
            <a:r>
              <a:rPr lang="de-DE" dirty="0">
                <a:solidFill>
                  <a:srgbClr val="000000"/>
                </a:solidFill>
              </a:rPr>
              <a:t> zur Bereitstellung der Oracle-Instanz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Version 5.8.2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99F1F7E-49D2-BAE2-05AC-D28B6CE9CA91}"/>
              </a:ext>
            </a:extLst>
          </p:cNvPr>
          <p:cNvSpPr txBox="1"/>
          <p:nvPr/>
        </p:nvSpPr>
        <p:spPr>
          <a:xfrm>
            <a:off x="2466305" y="4468214"/>
            <a:ext cx="2762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Ausführung und Test der SQL-Statements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Version 24.3.1.347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C2377C96-07D4-C47E-8642-0FAA76258C60}"/>
              </a:ext>
            </a:extLst>
          </p:cNvPr>
          <p:cNvSpPr txBox="1">
            <a:spLocks/>
          </p:cNvSpPr>
          <p:nvPr/>
        </p:nvSpPr>
        <p:spPr>
          <a:xfrm>
            <a:off x="6172200" y="3663206"/>
            <a:ext cx="5181600" cy="2520000"/>
          </a:xfrm>
          <a:prstGeom prst="rect">
            <a:avLst/>
          </a:prstGeom>
          <a:solidFill>
            <a:srgbClr val="FFFFF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 err="1"/>
              <a:t>DBeaver</a:t>
            </a:r>
            <a:endParaRPr lang="de-DE" sz="2000" b="1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EE4964F-B161-7B58-582A-5E1E412AC5D6}"/>
              </a:ext>
            </a:extLst>
          </p:cNvPr>
          <p:cNvSpPr txBox="1"/>
          <p:nvPr/>
        </p:nvSpPr>
        <p:spPr>
          <a:xfrm>
            <a:off x="7800305" y="4468214"/>
            <a:ext cx="2762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Erstellung des ER-Diagramms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Version 26.0.0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FCC68090-692A-FFE0-959D-17354B72C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28" y="1260184"/>
            <a:ext cx="914400" cy="9144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CC98F355-688E-0FF1-9C14-4B52DD6D8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052" y="1260184"/>
            <a:ext cx="914401" cy="914401"/>
          </a:xfrm>
          <a:prstGeom prst="rect">
            <a:avLst/>
          </a:prstGeom>
        </p:spPr>
      </p:pic>
      <p:pic>
        <p:nvPicPr>
          <p:cNvPr id="1028" name="Picture 4" descr="11 Best Oracle SQL Developer Alternatives - Reviews, Features, Pros &amp; Cons  - Alternative.me">
            <a:extLst>
              <a:ext uri="{FF2B5EF4-FFF2-40B4-BE49-F238E27FC236}">
                <a16:creationId xmlns:a16="http://schemas.microsoft.com/office/drawing/2014/main" id="{67501B29-DE0C-D1EA-BCFE-3F506AAAF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128" y="387341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Beaver – Wikipedia">
            <a:extLst>
              <a:ext uri="{FF2B5EF4-FFF2-40B4-BE49-F238E27FC236}">
                <a16:creationId xmlns:a16="http://schemas.microsoft.com/office/drawing/2014/main" id="{88EDC92B-80D5-EEED-91B8-74F5E198F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052" y="3873418"/>
            <a:ext cx="9144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77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48AF8-AA98-7A0B-71D2-7475D5A6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0FACB7C1-8220-F4A9-2383-310B2E651E1C}"/>
              </a:ext>
            </a:extLst>
          </p:cNvPr>
          <p:cNvSpPr txBox="1">
            <a:spLocks/>
          </p:cNvSpPr>
          <p:nvPr/>
        </p:nvSpPr>
        <p:spPr>
          <a:xfrm>
            <a:off x="360000" y="3671858"/>
            <a:ext cx="5659800" cy="2592000"/>
          </a:xfrm>
          <a:prstGeom prst="rect">
            <a:avLst/>
          </a:prstGeom>
          <a:solidFill>
            <a:srgbClr val="FFB5BC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Bewertungen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2F446B-8F69-A091-0E69-CF2CB9953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869646"/>
            <a:ext cx="5659800" cy="259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000" b="1" dirty="0"/>
              <a:t>Katalog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16FFEA82-9B44-5899-919F-433BF3D79A04}"/>
              </a:ext>
            </a:extLst>
          </p:cNvPr>
          <p:cNvSpPr txBox="1">
            <a:spLocks/>
          </p:cNvSpPr>
          <p:nvPr/>
        </p:nvSpPr>
        <p:spPr>
          <a:xfrm>
            <a:off x="6172200" y="869646"/>
            <a:ext cx="5659200" cy="2592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Ausleihprozess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5143DC-3C3B-4EF0-B390-81C134D2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BCA23F0-19B7-15C1-DA47-2F6D09F6E043}"/>
              </a:ext>
            </a:extLst>
          </p:cNvPr>
          <p:cNvSpPr txBox="1"/>
          <p:nvPr/>
        </p:nvSpPr>
        <p:spPr>
          <a:xfrm>
            <a:off x="1988105" y="1701000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Buch anlegen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Exemplar einstellen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Suchen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Duplikat melden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23" name="Inhaltsplatzhalter 19" descr="Bücher mit einfarbiger Füllung">
            <a:extLst>
              <a:ext uri="{FF2B5EF4-FFF2-40B4-BE49-F238E27FC236}">
                <a16:creationId xmlns:a16="http://schemas.microsoft.com/office/drawing/2014/main" id="{951A2504-A03F-B1D2-4B1E-461F15628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427" y="1073619"/>
            <a:ext cx="914400" cy="914400"/>
          </a:xfrm>
          <a:prstGeom prst="rect">
            <a:avLst/>
          </a:prstGeom>
          <a:solidFill>
            <a:srgbClr val="F1FFFF"/>
          </a:solidFill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F5472CED-A1D4-956A-46ED-5F6059B384BB}"/>
              </a:ext>
            </a:extLst>
          </p:cNvPr>
          <p:cNvSpPr txBox="1"/>
          <p:nvPr/>
        </p:nvSpPr>
        <p:spPr>
          <a:xfrm>
            <a:off x="7800305" y="1674654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Anfrage stellen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Bestätigen / Ablehnen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Ausleihen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Zurückgeben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31" name="Inhaltsplatzhalter 27" descr="Übertragen mit einfarbiger Füllung">
            <a:extLst>
              <a:ext uri="{FF2B5EF4-FFF2-40B4-BE49-F238E27FC236}">
                <a16:creationId xmlns:a16="http://schemas.microsoft.com/office/drawing/2014/main" id="{1B442795-19A4-59AF-C300-08214384B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053" y="1079858"/>
            <a:ext cx="914400" cy="914400"/>
          </a:xfrm>
          <a:prstGeom prst="rect">
            <a:avLst/>
          </a:prstGeom>
          <a:solidFill>
            <a:srgbClr val="F1FFFF"/>
          </a:solidFill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87E9911E-48AC-2020-CD22-6DDD3E710D69}"/>
              </a:ext>
            </a:extLst>
          </p:cNvPr>
          <p:cNvSpPr txBox="1"/>
          <p:nvPr/>
        </p:nvSpPr>
        <p:spPr>
          <a:xfrm>
            <a:off x="1988105" y="4473304"/>
            <a:ext cx="2762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Buch bewerten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Nutzer bewerten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99EEFAB9-445D-68A7-E55E-D3DB48ECCAA2}"/>
              </a:ext>
            </a:extLst>
          </p:cNvPr>
          <p:cNvSpPr txBox="1">
            <a:spLocks/>
          </p:cNvSpPr>
          <p:nvPr/>
        </p:nvSpPr>
        <p:spPr>
          <a:xfrm>
            <a:off x="6172200" y="3671858"/>
            <a:ext cx="5659200" cy="2592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Benutzer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75C4EE8-A823-1BBA-C2F4-E80C02F53552}"/>
              </a:ext>
            </a:extLst>
          </p:cNvPr>
          <p:cNvSpPr txBox="1"/>
          <p:nvPr/>
        </p:nvSpPr>
        <p:spPr>
          <a:xfrm>
            <a:off x="7800305" y="4476866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Registrieren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Anmelden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Profil bearbeiten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Rollen zuweisen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39" name="Grafik 38" descr="Bewertung 3 Sterne mit einfarbiger Füllung">
            <a:extLst>
              <a:ext uri="{FF2B5EF4-FFF2-40B4-BE49-F238E27FC236}">
                <a16:creationId xmlns:a16="http://schemas.microsoft.com/office/drawing/2014/main" id="{E941651F-B2A1-9BDA-F54B-FDBBB9EA9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427" y="3882070"/>
            <a:ext cx="914400" cy="914400"/>
          </a:xfrm>
          <a:prstGeom prst="rect">
            <a:avLst/>
          </a:prstGeom>
        </p:spPr>
      </p:pic>
      <p:pic>
        <p:nvPicPr>
          <p:cNvPr id="41" name="Grafik 40" descr="Benutzer mit einfarbiger Füllung">
            <a:extLst>
              <a:ext uri="{FF2B5EF4-FFF2-40B4-BE49-F238E27FC236}">
                <a16:creationId xmlns:a16="http://schemas.microsoft.com/office/drawing/2014/main" id="{CB0A9ACA-8A9C-7CBA-ADBA-BF1871264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9053" y="38820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2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C55EC1-414C-2127-7253-64178B4D9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2559600"/>
            <a:ext cx="9662400" cy="432000"/>
          </a:xfrm>
          <a:solidFill>
            <a:srgbClr val="000000"/>
          </a:solidFill>
        </p:spPr>
        <p:txBody>
          <a:bodyPr tIns="46800">
            <a:normAutofit fontScale="92500" lnSpcReduction="10000"/>
          </a:bodyPr>
          <a:lstStyle/>
          <a:p>
            <a:r>
              <a:rPr lang="de-DE" dirty="0">
                <a:solidFill>
                  <a:srgbClr val="FFFFFF"/>
                </a:solidFill>
              </a:rPr>
              <a:t>2. Datenbankimplementierung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CA0718-4601-6252-2F1D-C6C7E2230F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FFFFFF"/>
          </a:solidFill>
        </p:spPr>
        <p:txBody>
          <a:bodyPr tIns="3600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ER-Diagramm, DDL</a:t>
            </a:r>
          </a:p>
        </p:txBody>
      </p:sp>
    </p:spTree>
    <p:extLst>
      <p:ext uri="{BB962C8B-B14F-4D97-AF65-F5344CB8AC3E}">
        <p14:creationId xmlns:p14="http://schemas.microsoft.com/office/powerpoint/2010/main" val="221517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B385-AC4F-C630-457A-6EB4F4A1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A9B32-2C04-E75A-2577-DC759027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ER-Diagramm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6A9A443-F366-9C2E-D320-298CDEE4DA17}"/>
              </a:ext>
            </a:extLst>
          </p:cNvPr>
          <p:cNvGrpSpPr/>
          <p:nvPr/>
        </p:nvGrpSpPr>
        <p:grpSpPr>
          <a:xfrm>
            <a:off x="1178327" y="432000"/>
            <a:ext cx="9835346" cy="6368850"/>
            <a:chOff x="775504" y="1024759"/>
            <a:chExt cx="8920289" cy="5743310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6147EDA-6376-FAD5-1B42-B2A1E3601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106805"/>
              <a:ext cx="8743315" cy="55587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9A20C203-F023-4917-4C03-9CCA8EA04784}"/>
                </a:ext>
              </a:extLst>
            </p:cNvPr>
            <p:cNvSpPr/>
            <p:nvPr/>
          </p:nvSpPr>
          <p:spPr>
            <a:xfrm>
              <a:off x="6883757" y="4698123"/>
              <a:ext cx="2812036" cy="1584436"/>
            </a:xfrm>
            <a:prstGeom prst="rect">
              <a:avLst/>
            </a:prstGeom>
            <a:solidFill>
              <a:srgbClr val="FFA73A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71594B7D-DEDE-CB7C-52F2-B05FB44DEB43}"/>
                </a:ext>
              </a:extLst>
            </p:cNvPr>
            <p:cNvSpPr/>
            <p:nvPr/>
          </p:nvSpPr>
          <p:spPr>
            <a:xfrm>
              <a:off x="8289775" y="1024759"/>
              <a:ext cx="1406018" cy="3673364"/>
            </a:xfrm>
            <a:prstGeom prst="rect">
              <a:avLst/>
            </a:prstGeom>
            <a:solidFill>
              <a:srgbClr val="FFA73A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8DD1F10-5E7E-426A-2DA4-E87DF3AE1D8C}"/>
                </a:ext>
              </a:extLst>
            </p:cNvPr>
            <p:cNvSpPr/>
            <p:nvPr/>
          </p:nvSpPr>
          <p:spPr>
            <a:xfrm>
              <a:off x="6883757" y="1024759"/>
              <a:ext cx="1406018" cy="630620"/>
            </a:xfrm>
            <a:prstGeom prst="rect">
              <a:avLst/>
            </a:prstGeom>
            <a:solidFill>
              <a:srgbClr val="FFA73A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6A038723-8CCE-74F1-7CEC-68CB15EEA952}"/>
                </a:ext>
              </a:extLst>
            </p:cNvPr>
            <p:cNvSpPr/>
            <p:nvPr/>
          </p:nvSpPr>
          <p:spPr>
            <a:xfrm>
              <a:off x="4879427" y="1655379"/>
              <a:ext cx="3410347" cy="3042744"/>
            </a:xfrm>
            <a:prstGeom prst="rect">
              <a:avLst/>
            </a:prstGeom>
            <a:solidFill>
              <a:srgbClr val="4DFBF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43487CD7-A212-03C5-5E12-A4B86D852BB2}"/>
                </a:ext>
              </a:extLst>
            </p:cNvPr>
            <p:cNvSpPr/>
            <p:nvPr/>
          </p:nvSpPr>
          <p:spPr>
            <a:xfrm>
              <a:off x="775504" y="4698123"/>
              <a:ext cx="6108251" cy="2069946"/>
            </a:xfrm>
            <a:prstGeom prst="rect">
              <a:avLst/>
            </a:prstGeom>
            <a:solidFill>
              <a:srgbClr val="BBFFB8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C634160D-D75E-E391-3CF2-C6C473EDC8D0}"/>
                </a:ext>
              </a:extLst>
            </p:cNvPr>
            <p:cNvSpPr/>
            <p:nvPr/>
          </p:nvSpPr>
          <p:spPr>
            <a:xfrm>
              <a:off x="2274425" y="4080075"/>
              <a:ext cx="1232704" cy="618047"/>
            </a:xfrm>
            <a:prstGeom prst="rect">
              <a:avLst/>
            </a:prstGeom>
            <a:solidFill>
              <a:srgbClr val="BBFFB8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3825193-A617-AE0F-248C-4AF63BAD4458}"/>
                </a:ext>
              </a:extLst>
            </p:cNvPr>
            <p:cNvSpPr/>
            <p:nvPr/>
          </p:nvSpPr>
          <p:spPr>
            <a:xfrm>
              <a:off x="775504" y="3003630"/>
              <a:ext cx="1498920" cy="1281896"/>
            </a:xfrm>
            <a:prstGeom prst="rect">
              <a:avLst/>
            </a:prstGeom>
            <a:solidFill>
              <a:srgbClr val="FFB5B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3830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B4EC-E33A-A381-FF8F-B886463F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557B7A2-3B24-44FF-3708-40807E148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DEEA185-7A56-3B02-87D0-6C202F82E2D7}"/>
              </a:ext>
            </a:extLst>
          </p:cNvPr>
          <p:cNvSpPr txBox="1"/>
          <p:nvPr/>
        </p:nvSpPr>
        <p:spPr>
          <a:xfrm>
            <a:off x="331640" y="684640"/>
            <a:ext cx="5168720" cy="501675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seq_buch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buch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  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seq_buch.NEXTVAL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isbn</a:t>
            </a:r>
            <a:r>
              <a:rPr lang="de-DE" sz="1000" dirty="0">
                <a:solidFill>
                  <a:srgbClr val="000000"/>
                </a:solidFill>
              </a:rPr>
              <a:t>                VARCHAR2(20)    UNIQUE,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titel</a:t>
            </a:r>
            <a:r>
              <a:rPr lang="de-DE" sz="1000" dirty="0">
                <a:solidFill>
                  <a:srgbClr val="000000"/>
                </a:solidFill>
              </a:rPr>
              <a:t>               VARCHAR2(500)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erscheinungsjahr</a:t>
            </a:r>
            <a:r>
              <a:rPr lang="de-DE" sz="1000" dirty="0">
                <a:solidFill>
                  <a:srgbClr val="000000"/>
                </a:solidFill>
              </a:rPr>
              <a:t>    NUMBER(4),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sprache</a:t>
            </a:r>
            <a:r>
              <a:rPr lang="de-DE" sz="1000" dirty="0">
                <a:solidFill>
                  <a:srgbClr val="000000"/>
                </a:solidFill>
              </a:rPr>
              <a:t>             VARCHAR2(50)    DEFAULT 'Deutsch'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freigabe_status</a:t>
            </a:r>
            <a:r>
              <a:rPr lang="de-DE" sz="1000" dirty="0">
                <a:solidFill>
                  <a:srgbClr val="000000"/>
                </a:solidFill>
              </a:rPr>
              <a:t>     VARCHAR2(20)    DEFAULT 'ENTWURF' NOT NULL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	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a.vorname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a.nachname</a:t>
            </a:r>
            <a:r>
              <a:rPr lang="de-DE" sz="1000" dirty="0">
                <a:solidFill>
                  <a:srgbClr val="000000"/>
                </a:solidFill>
              </a:rPr>
              <a:t>	AS </a:t>
            </a:r>
            <a:r>
              <a:rPr lang="de-DE" sz="1000" dirty="0" err="1">
                <a:solidFill>
                  <a:srgbClr val="000000"/>
                </a:solidFill>
              </a:rPr>
              <a:t>autor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g.bezeichnung</a:t>
            </a:r>
            <a:r>
              <a:rPr lang="de-DE" sz="1000" dirty="0">
                <a:solidFill>
                  <a:srgbClr val="000000"/>
                </a:solidFill>
              </a:rPr>
              <a:t>			AS 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b.sprache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b.erscheinungsjahr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	buch b</a:t>
            </a: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buch_autor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ba</a:t>
            </a:r>
            <a:r>
              <a:rPr lang="de-DE" sz="1000" dirty="0">
                <a:solidFill>
                  <a:srgbClr val="000000"/>
                </a:solidFill>
              </a:rPr>
              <a:t>	ON </a:t>
            </a:r>
            <a:r>
              <a:rPr lang="de-DE" sz="1000" dirty="0" err="1">
                <a:solidFill>
                  <a:srgbClr val="000000"/>
                </a:solidFill>
              </a:rPr>
              <a:t>ba.buch_id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autor</a:t>
            </a:r>
            <a:r>
              <a:rPr lang="de-DE" sz="1000" dirty="0">
                <a:solidFill>
                  <a:srgbClr val="000000"/>
                </a:solidFill>
              </a:rPr>
              <a:t> a		ON </a:t>
            </a:r>
            <a:r>
              <a:rPr lang="de-DE" sz="1000" dirty="0" err="1">
                <a:solidFill>
                  <a:srgbClr val="000000"/>
                </a:solidFill>
              </a:rPr>
              <a:t>a.autor_id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ba.autor_id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buch_genre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bg</a:t>
            </a:r>
            <a:r>
              <a:rPr lang="de-DE" sz="1000" dirty="0">
                <a:solidFill>
                  <a:srgbClr val="000000"/>
                </a:solidFill>
              </a:rPr>
              <a:t>	ON </a:t>
            </a:r>
            <a:r>
              <a:rPr lang="de-DE" sz="1000" dirty="0" err="1">
                <a:solidFill>
                  <a:srgbClr val="000000"/>
                </a:solidFill>
              </a:rPr>
              <a:t>bg.buch_id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 g		ON </a:t>
            </a:r>
            <a:r>
              <a:rPr lang="de-DE" sz="1000" dirty="0" err="1">
                <a:solidFill>
                  <a:srgbClr val="000000"/>
                </a:solidFill>
              </a:rPr>
              <a:t>g.genre_id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bg.genre_id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	</a:t>
            </a:r>
            <a:r>
              <a:rPr lang="de-DE" sz="1000" dirty="0" err="1">
                <a:solidFill>
                  <a:srgbClr val="000000"/>
                </a:solidFill>
              </a:rPr>
              <a:t>ba.autor_id</a:t>
            </a:r>
            <a:r>
              <a:rPr lang="de-DE" sz="1000" dirty="0">
                <a:solidFill>
                  <a:srgbClr val="000000"/>
                </a:solidFill>
              </a:rPr>
              <a:t> =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SELECT	MIN(ba2.autor_id)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FROM	</a:t>
            </a:r>
            <a:r>
              <a:rPr lang="de-DE" sz="1000" dirty="0" err="1">
                <a:solidFill>
                  <a:srgbClr val="000000"/>
                </a:solidFill>
              </a:rPr>
              <a:t>buch_autor</a:t>
            </a:r>
            <a:r>
              <a:rPr lang="de-DE" sz="1000" dirty="0">
                <a:solidFill>
                  <a:srgbClr val="000000"/>
                </a:solidFill>
              </a:rPr>
              <a:t> ba2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WHERE	ba2.buch_id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AND	</a:t>
            </a:r>
            <a:r>
              <a:rPr lang="de-DE" sz="1000" dirty="0" err="1">
                <a:solidFill>
                  <a:srgbClr val="000000"/>
                </a:solidFill>
              </a:rPr>
              <a:t>bg.genre_id</a:t>
            </a:r>
            <a:r>
              <a:rPr lang="de-DE" sz="1000" dirty="0">
                <a:solidFill>
                  <a:srgbClr val="000000"/>
                </a:solidFill>
              </a:rPr>
              <a:t> =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SELECT	MIN(bg2.genre_id)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FROM	</a:t>
            </a:r>
            <a:r>
              <a:rPr lang="de-DE" sz="1000" dirty="0" err="1">
                <a:solidFill>
                  <a:srgbClr val="000000"/>
                </a:solidFill>
              </a:rPr>
              <a:t>buch_genre</a:t>
            </a:r>
            <a:r>
              <a:rPr lang="de-DE" sz="1000" dirty="0">
                <a:solidFill>
                  <a:srgbClr val="000000"/>
                </a:solidFill>
              </a:rPr>
              <a:t> bg2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WHERE	bg2.buch_id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	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A5839CFE-3894-AEC7-B558-35C9F7E41D22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8EFD47A-5988-1141-8D4A-1E1544AF9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Buch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F2D07B79-BD8C-D3E6-4F8C-F559D843EF69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3032921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Bücher</a:t>
            </a:r>
          </a:p>
          <a:p>
            <a:pPr marL="0" indent="0">
              <a:buNone/>
            </a:pPr>
            <a:r>
              <a:rPr lang="de-DE" sz="1400" dirty="0"/>
              <a:t>Die Tabelle fasst die Metadaten eines Buches zusammen, die unabhängig von seinen physischen Exemplaren sind.</a:t>
            </a:r>
          </a:p>
          <a:p>
            <a:pPr marL="0" indent="0">
              <a:buNone/>
            </a:pPr>
            <a:r>
              <a:rPr lang="de-DE" sz="1400" dirty="0"/>
              <a:t>Autor und Genre sind hingegen keine Attribute des Buches, sondern werden in eigenen Tabellen geführt.</a:t>
            </a:r>
          </a:p>
          <a:p>
            <a:pPr marL="0" indent="0">
              <a:buNone/>
            </a:pPr>
            <a:r>
              <a:rPr lang="de-DE" sz="1400" dirty="0"/>
              <a:t>Über Autor oder Genre kann ein Nutzer nach Büchern suchen.</a:t>
            </a:r>
          </a:p>
          <a:p>
            <a:pPr marL="0" indent="0">
              <a:buNone/>
            </a:pPr>
            <a:r>
              <a:rPr lang="de-DE" sz="1400" dirty="0"/>
              <a:t>Die Query liefert alle Bücher mit ihrem ersten Autor und ersten Genre.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A5C40D7-0DA6-3EB5-4AC5-765B2455C656}"/>
              </a:ext>
            </a:extLst>
          </p:cNvPr>
          <p:cNvSpPr/>
          <p:nvPr/>
        </p:nvSpPr>
        <p:spPr>
          <a:xfrm>
            <a:off x="3974390" y="5402999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8408268-236B-7862-A3D8-1B00528DB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965" y="4444876"/>
            <a:ext cx="7487035" cy="24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0F65-B660-5918-5755-705BFEED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F187B81-2370-70EC-FB01-4436DF8A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9D12E63-6D12-A92E-E52A-157A54EBCF4A}"/>
              </a:ext>
            </a:extLst>
          </p:cNvPr>
          <p:cNvSpPr txBox="1"/>
          <p:nvPr/>
        </p:nvSpPr>
        <p:spPr>
          <a:xfrm>
            <a:off x="331640" y="684640"/>
            <a:ext cx="5168720" cy="2708434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seq_autor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        NUMBER          DEFAULT </a:t>
            </a:r>
            <a:r>
              <a:rPr lang="en-US" sz="1000" dirty="0" err="1">
                <a:solidFill>
                  <a:srgbClr val="000000"/>
                </a:solidFill>
              </a:rPr>
              <a:t>seq_autor.NEXTVAL</a:t>
            </a:r>
            <a:r>
              <a:rPr lang="en-US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vorname</a:t>
            </a:r>
            <a:r>
              <a:rPr lang="en-US" sz="1000" dirty="0">
                <a:solidFill>
                  <a:srgbClr val="000000"/>
                </a:solidFill>
              </a:rPr>
              <a:t>         VARCHAR2(100),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nachname</a:t>
            </a:r>
            <a:r>
              <a:rPr lang="en-US" sz="1000" dirty="0">
                <a:solidFill>
                  <a:srgbClr val="000000"/>
                </a:solidFill>
              </a:rPr>
              <a:t>        VARCHAR2(100)   NOT NULL,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land            VARCHAR2(100),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beschreibung</a:t>
            </a:r>
            <a:r>
              <a:rPr lang="en-US" sz="1000" dirty="0">
                <a:solidFill>
                  <a:srgbClr val="000000"/>
                </a:solidFill>
              </a:rPr>
              <a:t>    VARCHAR2(1000)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SELECT	</a:t>
            </a:r>
            <a:r>
              <a:rPr lang="en-US" sz="1000" dirty="0" err="1">
                <a:solidFill>
                  <a:srgbClr val="000000"/>
                </a:solidFill>
              </a:rPr>
              <a:t>a.vorname</a:t>
            </a:r>
            <a:r>
              <a:rPr lang="en-US" sz="1000" dirty="0">
                <a:solidFill>
                  <a:srgbClr val="000000"/>
                </a:solidFill>
              </a:rPr>
              <a:t> || ' ' || </a:t>
            </a:r>
            <a:r>
              <a:rPr lang="en-US" sz="1000" dirty="0" err="1">
                <a:solidFill>
                  <a:srgbClr val="000000"/>
                </a:solidFill>
              </a:rPr>
              <a:t>a.nachname</a:t>
            </a:r>
            <a:r>
              <a:rPr lang="en-US" sz="1000" dirty="0">
                <a:solidFill>
                  <a:srgbClr val="000000"/>
                </a:solidFill>
              </a:rPr>
              <a:t>	AS 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	COUNT(</a:t>
            </a:r>
            <a:r>
              <a:rPr lang="en-US" sz="1000" dirty="0" err="1">
                <a:solidFill>
                  <a:srgbClr val="000000"/>
                </a:solidFill>
              </a:rPr>
              <a:t>ba.buch_id</a:t>
            </a:r>
            <a:r>
              <a:rPr lang="en-US" sz="1000" dirty="0">
                <a:solidFill>
                  <a:srgbClr val="000000"/>
                </a:solidFill>
              </a:rPr>
              <a:t>)		AS </a:t>
            </a:r>
            <a:r>
              <a:rPr lang="en-US" sz="1000" dirty="0" err="1">
                <a:solidFill>
                  <a:srgbClr val="000000"/>
                </a:solidFill>
              </a:rPr>
              <a:t>anzahl_buecher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FROM	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 a</a:t>
            </a:r>
          </a:p>
          <a:p>
            <a:r>
              <a:rPr lang="en-US" sz="1000" dirty="0">
                <a:solidFill>
                  <a:srgbClr val="000000"/>
                </a:solidFill>
              </a:rPr>
              <a:t>LEFT JOIN	</a:t>
            </a:r>
            <a:r>
              <a:rPr lang="en-US" sz="1000" dirty="0" err="1">
                <a:solidFill>
                  <a:srgbClr val="000000"/>
                </a:solidFill>
              </a:rPr>
              <a:t>buch_autor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ba</a:t>
            </a:r>
            <a:r>
              <a:rPr lang="en-US" sz="1000" dirty="0">
                <a:solidFill>
                  <a:srgbClr val="000000"/>
                </a:solidFill>
              </a:rPr>
              <a:t>	ON </a:t>
            </a:r>
            <a:r>
              <a:rPr lang="en-US" sz="1000" dirty="0" err="1">
                <a:solidFill>
                  <a:srgbClr val="000000"/>
                </a:solidFill>
              </a:rPr>
              <a:t>ba.autor_id</a:t>
            </a:r>
            <a:r>
              <a:rPr lang="en-US" sz="1000" dirty="0">
                <a:solidFill>
                  <a:srgbClr val="000000"/>
                </a:solidFill>
              </a:rPr>
              <a:t> = </a:t>
            </a:r>
            <a:r>
              <a:rPr lang="en-US" sz="1000" dirty="0" err="1">
                <a:solidFill>
                  <a:srgbClr val="000000"/>
                </a:solidFill>
              </a:rPr>
              <a:t>a.autor_id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WHERE </a:t>
            </a:r>
            <a:r>
              <a:rPr lang="en-US" sz="1000" dirty="0" err="1">
                <a:solidFill>
                  <a:srgbClr val="000000"/>
                </a:solidFill>
              </a:rPr>
              <a:t>a.land</a:t>
            </a:r>
            <a:r>
              <a:rPr lang="en-US" sz="1000" dirty="0">
                <a:solidFill>
                  <a:srgbClr val="000000"/>
                </a:solidFill>
              </a:rPr>
              <a:t> like 'United </a:t>
            </a:r>
            <a:r>
              <a:rPr lang="en-US" sz="1000" dirty="0" err="1">
                <a:solidFill>
                  <a:srgbClr val="000000"/>
                </a:solidFill>
              </a:rPr>
              <a:t>Kingdo</a:t>
            </a:r>
            <a:r>
              <a:rPr lang="en-US" sz="1000" dirty="0">
                <a:solidFill>
                  <a:srgbClr val="000000"/>
                </a:solidFill>
              </a:rPr>
              <a:t>%'</a:t>
            </a:r>
          </a:p>
          <a:p>
            <a:r>
              <a:rPr lang="en-US" sz="1000" dirty="0">
                <a:solidFill>
                  <a:srgbClr val="000000"/>
                </a:solidFill>
              </a:rPr>
              <a:t>GROUP BY	</a:t>
            </a:r>
            <a:r>
              <a:rPr lang="en-US" sz="1000" dirty="0" err="1">
                <a:solidFill>
                  <a:srgbClr val="000000"/>
                </a:solidFill>
              </a:rPr>
              <a:t>a.vorname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a.nachname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ORDER BY	</a:t>
            </a:r>
            <a:r>
              <a:rPr lang="en-US" sz="1000" dirty="0" err="1">
                <a:solidFill>
                  <a:srgbClr val="000000"/>
                </a:solidFill>
              </a:rPr>
              <a:t>anzahl_buecher</a:t>
            </a:r>
            <a:r>
              <a:rPr lang="en-US" sz="1000" dirty="0">
                <a:solidFill>
                  <a:srgbClr val="000000"/>
                </a:solidFill>
              </a:rPr>
              <a:t> DESC;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EED21B92-9D27-8493-EBFC-078D1C3BFF5C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203D55A-819D-CFD5-742C-62F787F1D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Autor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782C0FB0-5B5E-9A86-326F-15AE7FB51765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Autoren</a:t>
            </a:r>
          </a:p>
          <a:p>
            <a:pPr marL="0" indent="0">
              <a:buNone/>
            </a:pPr>
            <a:r>
              <a:rPr lang="de-DE" sz="1400" dirty="0"/>
              <a:t>Autoren werden unabhängig von Büchern geführt.</a:t>
            </a:r>
          </a:p>
          <a:p>
            <a:pPr marL="0" indent="0">
              <a:buNone/>
            </a:pPr>
            <a:r>
              <a:rPr lang="de-DE" sz="1400" dirty="0"/>
              <a:t>Land und Beschreibung ermöglichen die Unterscheidung gleichnamiger Autoren.</a:t>
            </a:r>
          </a:p>
          <a:p>
            <a:pPr marL="0" indent="0">
              <a:buNone/>
            </a:pPr>
            <a:r>
              <a:rPr lang="de-DE" sz="1400" dirty="0"/>
              <a:t>Die Query zeigt alle Autoren aus UK mit der Anzahl ihrer Bücher im Katalog.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316D3A6E-2664-98BC-48DF-7EDB9FAEF988}"/>
              </a:ext>
            </a:extLst>
          </p:cNvPr>
          <p:cNvSpPr/>
          <p:nvPr/>
        </p:nvSpPr>
        <p:spPr>
          <a:xfrm>
            <a:off x="1960888" y="3738160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97A4C0-E1D5-A3F5-F1FA-1CDDA341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907" y="3733639"/>
            <a:ext cx="2775093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4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567A-E4DB-B13F-0E31-639F4D64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CF841B4-C8A2-D7F0-19B1-87185DF8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71B7A8A-B735-5E3B-999A-2A891409565C}"/>
              </a:ext>
            </a:extLst>
          </p:cNvPr>
          <p:cNvSpPr txBox="1"/>
          <p:nvPr/>
        </p:nvSpPr>
        <p:spPr>
          <a:xfrm>
            <a:off x="331640" y="684640"/>
            <a:ext cx="5168720" cy="240065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buch_autor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     NUMBER  NOT NULL REFERENCES 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    NUMBER  NOT NULL REFERENCES 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CONSTRAINT </a:t>
            </a:r>
            <a:r>
              <a:rPr lang="en-US" sz="1000" dirty="0" err="1">
                <a:solidFill>
                  <a:srgbClr val="000000"/>
                </a:solidFill>
              </a:rPr>
              <a:t>pk_buch_autor</a:t>
            </a:r>
            <a:r>
              <a:rPr lang="en-US" sz="1000" dirty="0">
                <a:solidFill>
                  <a:srgbClr val="000000"/>
                </a:solidFill>
              </a:rPr>
              <a:t> PRIMARY KEY 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SELECT	</a:t>
            </a:r>
            <a:r>
              <a:rPr lang="en-US" sz="1000" dirty="0" err="1">
                <a:solidFill>
                  <a:srgbClr val="000000"/>
                </a:solidFill>
              </a:rPr>
              <a:t>b.titel</a:t>
            </a:r>
            <a:r>
              <a:rPr lang="en-US" sz="1000" dirty="0">
                <a:solidFill>
                  <a:srgbClr val="000000"/>
                </a:solidFill>
              </a:rPr>
              <a:t>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	COUNT(</a:t>
            </a:r>
            <a:r>
              <a:rPr lang="en-US" sz="1000" dirty="0" err="1">
                <a:solidFill>
                  <a:srgbClr val="000000"/>
                </a:solidFill>
              </a:rPr>
              <a:t>ba.autor_id</a:t>
            </a:r>
            <a:r>
              <a:rPr lang="en-US" sz="1000" dirty="0">
                <a:solidFill>
                  <a:srgbClr val="000000"/>
                </a:solidFill>
              </a:rPr>
              <a:t>)	AS </a:t>
            </a:r>
            <a:r>
              <a:rPr lang="en-US" sz="1000" dirty="0" err="1">
                <a:solidFill>
                  <a:srgbClr val="000000"/>
                </a:solidFill>
              </a:rPr>
              <a:t>anzahl_autoren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FROM	</a:t>
            </a:r>
            <a:r>
              <a:rPr lang="en-US" sz="1000" dirty="0" err="1">
                <a:solidFill>
                  <a:srgbClr val="000000"/>
                </a:solidFill>
              </a:rPr>
              <a:t>buch_autor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ba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JOIN	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 b	ON </a:t>
            </a:r>
            <a:r>
              <a:rPr lang="en-US" sz="1000" dirty="0" err="1">
                <a:solidFill>
                  <a:srgbClr val="000000"/>
                </a:solidFill>
              </a:rPr>
              <a:t>b.buch_id</a:t>
            </a:r>
            <a:r>
              <a:rPr lang="en-US" sz="1000" dirty="0">
                <a:solidFill>
                  <a:srgbClr val="000000"/>
                </a:solidFill>
              </a:rPr>
              <a:t> = </a:t>
            </a:r>
            <a:r>
              <a:rPr lang="en-US" sz="1000" dirty="0" err="1">
                <a:solidFill>
                  <a:srgbClr val="000000"/>
                </a:solidFill>
              </a:rPr>
              <a:t>ba.buch_id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GROUP BY	</a:t>
            </a:r>
            <a:r>
              <a:rPr lang="en-US" sz="1000" dirty="0" err="1">
                <a:solidFill>
                  <a:srgbClr val="000000"/>
                </a:solidFill>
              </a:rPr>
              <a:t>b.titel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HAVING	COUNT(</a:t>
            </a:r>
            <a:r>
              <a:rPr lang="en-US" sz="1000" dirty="0" err="1">
                <a:solidFill>
                  <a:srgbClr val="000000"/>
                </a:solidFill>
              </a:rPr>
              <a:t>ba.autor_id</a:t>
            </a:r>
            <a:r>
              <a:rPr lang="en-US" sz="1000" dirty="0">
                <a:solidFill>
                  <a:srgbClr val="000000"/>
                </a:solidFill>
              </a:rPr>
              <a:t>) &gt; 1</a:t>
            </a:r>
          </a:p>
          <a:p>
            <a:r>
              <a:rPr lang="en-US" sz="1000" dirty="0">
                <a:solidFill>
                  <a:srgbClr val="000000"/>
                </a:solidFill>
              </a:rPr>
              <a:t>ORDER BY	</a:t>
            </a:r>
            <a:r>
              <a:rPr lang="en-US" sz="1000" dirty="0" err="1">
                <a:solidFill>
                  <a:srgbClr val="000000"/>
                </a:solidFill>
              </a:rPr>
              <a:t>anzahl_autoren</a:t>
            </a:r>
            <a:r>
              <a:rPr lang="en-US" sz="1000" dirty="0">
                <a:solidFill>
                  <a:srgbClr val="000000"/>
                </a:solidFill>
              </a:rPr>
              <a:t> DESC;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A5AE53A7-0CC3-57BC-95D1-A3C695C96D09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55C2584-D941-A94F-F645-52EE46E1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Buch_autor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5C0A34F4-2A2F-BD95-7D9D-59D7BB9F92DB}"/>
              </a:ext>
            </a:extLst>
          </p:cNvPr>
          <p:cNvSpPr txBox="1">
            <a:spLocks/>
          </p:cNvSpPr>
          <p:nvPr/>
        </p:nvSpPr>
        <p:spPr>
          <a:xfrm>
            <a:off x="7472038" y="684641"/>
            <a:ext cx="3172475" cy="2182128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Buch-Autoren-Zuordnung</a:t>
            </a:r>
          </a:p>
          <a:p>
            <a:pPr marL="0" indent="0">
              <a:buNone/>
            </a:pPr>
            <a:r>
              <a:rPr lang="de-DE" sz="1400" dirty="0"/>
              <a:t>Jeder Autor kann mehrere Bücher schreiben, aber jedes Buch kann auch von mehreren Autoren geschrieben worden sein (</a:t>
            </a:r>
            <a:r>
              <a:rPr lang="de-DE" sz="1400" dirty="0" err="1"/>
              <a:t>n:m-Beziehung</a:t>
            </a:r>
            <a:r>
              <a:rPr lang="de-DE" sz="1400"/>
              <a:t>)</a:t>
            </a:r>
            <a:endParaRPr lang="de-DE" sz="1400" dirty="0"/>
          </a:p>
          <a:p>
            <a:pPr marL="0" indent="0">
              <a:buNone/>
            </a:pPr>
            <a:r>
              <a:rPr lang="de-DE" sz="1400" dirty="0"/>
              <a:t>Die Abfrage zeigt Bücher, die von mehreren Autoren geschrieben wurden.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3347174F-6C0B-9C80-EDB4-462A2A1E837C}"/>
              </a:ext>
            </a:extLst>
          </p:cNvPr>
          <p:cNvSpPr/>
          <p:nvPr/>
        </p:nvSpPr>
        <p:spPr>
          <a:xfrm>
            <a:off x="1651781" y="3113167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1474EE9-625F-796F-5698-A82AABEE4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707" y="2793791"/>
            <a:ext cx="4686541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8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3A5E-3156-4F0E-8D2B-45D9F8AF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870D77-60AB-DADA-359F-9E8C46D9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10B2DC-4769-C4CE-F014-BBCFBD857B04}"/>
              </a:ext>
            </a:extLst>
          </p:cNvPr>
          <p:cNvSpPr txBox="1"/>
          <p:nvPr/>
        </p:nvSpPr>
        <p:spPr>
          <a:xfrm>
            <a:off x="331640" y="684640"/>
            <a:ext cx="5168720" cy="193899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seq_genre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genre_id</a:t>
            </a:r>
            <a:r>
              <a:rPr lang="de-DE" sz="1000" dirty="0">
                <a:solidFill>
                  <a:srgbClr val="000000"/>
                </a:solidFill>
              </a:rPr>
              <a:t>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seq_genre.NEXTVAL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bezeichnung</a:t>
            </a:r>
            <a:r>
              <a:rPr lang="de-DE" sz="1000" dirty="0">
                <a:solidFill>
                  <a:srgbClr val="000000"/>
                </a:solidFill>
              </a:rPr>
              <a:t> VARCHAR2(100)   NOT NULL UNIQUE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g.bezeichnung</a:t>
            </a:r>
            <a:r>
              <a:rPr lang="de-DE" sz="1000" dirty="0">
                <a:solidFill>
                  <a:srgbClr val="000000"/>
                </a:solidFill>
              </a:rPr>
              <a:t>, COUNT(</a:t>
            </a:r>
            <a:r>
              <a:rPr lang="de-DE" sz="1000" dirty="0" err="1">
                <a:solidFill>
                  <a:srgbClr val="000000"/>
                </a:solidFill>
              </a:rPr>
              <a:t>bg.buch_id</a:t>
            </a:r>
            <a:r>
              <a:rPr lang="de-DE" sz="1000" dirty="0">
                <a:solidFill>
                  <a:srgbClr val="000000"/>
                </a:solidFill>
              </a:rPr>
              <a:t>) AS </a:t>
            </a:r>
            <a:r>
              <a:rPr lang="de-DE" sz="1000" dirty="0" err="1">
                <a:solidFill>
                  <a:srgbClr val="000000"/>
                </a:solidFill>
              </a:rPr>
              <a:t>anzahl_buecher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 g</a:t>
            </a:r>
          </a:p>
          <a:p>
            <a:r>
              <a:rPr lang="de-DE" sz="1000" dirty="0">
                <a:solidFill>
                  <a:srgbClr val="000000"/>
                </a:solidFill>
              </a:rPr>
              <a:t>LEFT JOIN </a:t>
            </a:r>
            <a:r>
              <a:rPr lang="de-DE" sz="1000" dirty="0" err="1">
                <a:solidFill>
                  <a:srgbClr val="000000"/>
                </a:solidFill>
              </a:rPr>
              <a:t>buch_genre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bg</a:t>
            </a:r>
            <a:r>
              <a:rPr lang="de-DE" sz="1000" dirty="0">
                <a:solidFill>
                  <a:srgbClr val="000000"/>
                </a:solidFill>
              </a:rPr>
              <a:t> ON </a:t>
            </a:r>
            <a:r>
              <a:rPr lang="de-DE" sz="1000" dirty="0" err="1">
                <a:solidFill>
                  <a:srgbClr val="000000"/>
                </a:solidFill>
              </a:rPr>
              <a:t>bg.genre_id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g.genre_id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GROUP BY </a:t>
            </a:r>
            <a:r>
              <a:rPr lang="de-DE" sz="1000" dirty="0" err="1">
                <a:solidFill>
                  <a:srgbClr val="000000"/>
                </a:solidFill>
              </a:rPr>
              <a:t>g.bezeichnung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anzahl_buecher</a:t>
            </a:r>
            <a:r>
              <a:rPr lang="de-DE" sz="1000" dirty="0">
                <a:solidFill>
                  <a:srgbClr val="000000"/>
                </a:solidFill>
              </a:rPr>
              <a:t> DESC;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DA62E4F9-990C-5C77-EF82-5CDEB955B2A5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6E627A-7D23-9EBB-36F2-5A758852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Genre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ECA20399-2C70-89D5-88BE-E962AC451A46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Genres</a:t>
            </a:r>
          </a:p>
          <a:p>
            <a:pPr marL="0" indent="0">
              <a:buNone/>
            </a:pPr>
            <a:r>
              <a:rPr lang="de-DE" sz="1400" dirty="0"/>
              <a:t>Genres kategorisieren Bücher thematisch.</a:t>
            </a:r>
          </a:p>
          <a:p>
            <a:pPr marL="0" indent="0">
              <a:buNone/>
            </a:pPr>
            <a:r>
              <a:rPr lang="de-DE" sz="1400" dirty="0"/>
              <a:t>Jedem Buch kann über die Kreuztabelle BUCH_GENRE ein oder mehrere Genres zugeordnet werden (</a:t>
            </a:r>
            <a:r>
              <a:rPr lang="de-DE" sz="1400" dirty="0" err="1"/>
              <a:t>n:m</a:t>
            </a:r>
            <a:r>
              <a:rPr lang="de-DE" sz="1400" dirty="0"/>
              <a:t>).</a:t>
            </a:r>
          </a:p>
          <a:p>
            <a:pPr marL="0" indent="0">
              <a:buNone/>
            </a:pPr>
            <a:r>
              <a:rPr lang="de-DE" sz="1400" dirty="0"/>
              <a:t>Die Abfrage zeigt die Anzahl der Bücher je Genre.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B4A4CD8-9D02-1F6D-599D-8E4AB6FFF298}"/>
              </a:ext>
            </a:extLst>
          </p:cNvPr>
          <p:cNvSpPr/>
          <p:nvPr/>
        </p:nvSpPr>
        <p:spPr>
          <a:xfrm rot="2574165">
            <a:off x="1955784" y="2727821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1ABE704-A728-8745-8585-0C8CE5A1A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816" y="3181349"/>
            <a:ext cx="2260716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2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661E-7EAF-E123-2E39-B53A7C03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6CB5EEF-04DB-721D-FE5F-77A5C4B1A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5250678-E40E-2AD5-55D5-CD59A99588B4}"/>
              </a:ext>
            </a:extLst>
          </p:cNvPr>
          <p:cNvSpPr txBox="1"/>
          <p:nvPr/>
        </p:nvSpPr>
        <p:spPr>
          <a:xfrm>
            <a:off x="331640" y="684640"/>
            <a:ext cx="5168720" cy="240065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buch_genre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     NUMBER  NOT NULL REFERENCES 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    NUMBER  NOT NULL REFERENCES genre(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CONSTRAINT </a:t>
            </a:r>
            <a:r>
              <a:rPr lang="en-US" sz="1000" dirty="0" err="1">
                <a:solidFill>
                  <a:srgbClr val="000000"/>
                </a:solidFill>
              </a:rPr>
              <a:t>pk_buch_genre</a:t>
            </a:r>
            <a:r>
              <a:rPr lang="en-US" sz="1000" dirty="0">
                <a:solidFill>
                  <a:srgbClr val="000000"/>
                </a:solidFill>
              </a:rPr>
              <a:t> PRIMARY KEY 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SELECT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r>
              <a:rPr lang="en-US" sz="1000" dirty="0">
                <a:solidFill>
                  <a:srgbClr val="000000"/>
                </a:solidFill>
              </a:rPr>
              <a:t>, COUNT(*) AS </a:t>
            </a:r>
            <a:r>
              <a:rPr lang="en-US" sz="1000" dirty="0" err="1">
                <a:solidFill>
                  <a:srgbClr val="000000"/>
                </a:solidFill>
              </a:rPr>
              <a:t>anzahl_buecher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FROM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SELECT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, COUNT(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) AS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    FROM </a:t>
            </a:r>
            <a:r>
              <a:rPr lang="en-US" sz="1000" dirty="0" err="1">
                <a:solidFill>
                  <a:srgbClr val="000000"/>
                </a:solidFill>
              </a:rPr>
              <a:t>buch_genre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    GROUP BY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GROUP BY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ORDER BY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r>
              <a:rPr lang="en-US" sz="1000" dirty="0">
                <a:solidFill>
                  <a:srgbClr val="000000"/>
                </a:solidFill>
              </a:rPr>
              <a:t>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19ABB340-F907-B0BE-1D90-D636ED37FF58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40EA152-5712-F899-9A10-764FEE17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Buch_genre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2BC191ED-664A-5453-3D7C-3897250ABADA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886463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Buch-Genre-Zuordnung</a:t>
            </a:r>
          </a:p>
          <a:p>
            <a:pPr marL="0" indent="0">
              <a:buNone/>
            </a:pPr>
            <a:r>
              <a:rPr lang="de-DE" sz="1400" dirty="0"/>
              <a:t>BUCH_GENRE bildet die n:m-Beziehung zwischen Büchern und Genres ab.</a:t>
            </a:r>
          </a:p>
          <a:p>
            <a:pPr marL="0" indent="0">
              <a:buNone/>
            </a:pPr>
            <a:r>
              <a:rPr lang="de-DE" sz="1400" dirty="0"/>
              <a:t>Die Abfrage zeigt, wie viele Bücher einem, zwei oder mehr Genres zugeordnet sind.</a:t>
            </a:r>
          </a:p>
          <a:p>
            <a:pPr marL="0" indent="0">
              <a:buNone/>
            </a:pPr>
            <a:r>
              <a:rPr lang="de-DE" sz="1400" dirty="0"/>
              <a:t>Nur etwa ein Drittel der Bücher lässt sich exakt einem Genre zuordnen. Einige Bücher haben sogar sechs oder sieben Genres.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FD7CF64C-5FAF-4DE9-99EA-AD86919D5D06}"/>
              </a:ext>
            </a:extLst>
          </p:cNvPr>
          <p:cNvSpPr/>
          <p:nvPr/>
        </p:nvSpPr>
        <p:spPr>
          <a:xfrm>
            <a:off x="1597362" y="3337937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3A7FB43-8B55-ED8C-DD85-537EA2BF4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21" y="2854384"/>
            <a:ext cx="2057506" cy="15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24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A03E3-4E81-1115-8EA1-4BCB605D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45EEFE3-BBE4-6671-D423-DAA3E655F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9DB3440-A219-E724-7703-B8C05C0FCEB7}"/>
              </a:ext>
            </a:extLst>
          </p:cNvPr>
          <p:cNvSpPr txBox="1"/>
          <p:nvPr/>
        </p:nvSpPr>
        <p:spPr>
          <a:xfrm>
            <a:off x="331640" y="684640"/>
            <a:ext cx="5168720" cy="30162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seq_duplikat_meldung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duplikat_meldung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meldung_id</a:t>
            </a:r>
            <a:r>
              <a:rPr lang="de-DE" sz="1000" dirty="0">
                <a:solidFill>
                  <a:srgbClr val="000000"/>
                </a:solidFill>
              </a:rPr>
              <a:t>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seq_duplikat_meldung.NEXTVAL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melder_id</a:t>
            </a:r>
            <a:r>
              <a:rPr lang="de-DE" sz="1000" dirty="0">
                <a:solidFill>
                  <a:srgbClr val="000000"/>
                </a:solidFill>
              </a:rPr>
              <a:t>           NUMBER          NOT NULL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buch_id_original</a:t>
            </a:r>
            <a:r>
              <a:rPr lang="de-DE" sz="1000" dirty="0">
                <a:solidFill>
                  <a:srgbClr val="000000"/>
                </a:solidFill>
              </a:rPr>
              <a:t>    NUMBER          NOT NULL REFERENCES buch(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buch_id_duplikat</a:t>
            </a:r>
            <a:r>
              <a:rPr lang="de-DE" sz="1000" dirty="0">
                <a:solidFill>
                  <a:srgbClr val="000000"/>
                </a:solidFill>
              </a:rPr>
              <a:t>    NUMBER          NOT NULL REFERENCES buch(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status</a:t>
            </a:r>
            <a:r>
              <a:rPr lang="de-DE" sz="1000" dirty="0">
                <a:solidFill>
                  <a:srgbClr val="000000"/>
                </a:solidFill>
              </a:rPr>
              <a:t>              VARCHAR2(20)    DEFAULT 'OFFEN' NOT NULL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             CHECK (</a:t>
            </a:r>
            <a:r>
              <a:rPr lang="de-DE" sz="1000" dirty="0" err="1">
                <a:solidFill>
                  <a:srgbClr val="000000"/>
                </a:solidFill>
              </a:rPr>
              <a:t>status</a:t>
            </a:r>
            <a:r>
              <a:rPr lang="de-DE" sz="1000" dirty="0">
                <a:solidFill>
                  <a:srgbClr val="000000"/>
                </a:solidFill>
              </a:rPr>
              <a:t> IN ('OFFEN','BEARBEITET','ABGELEHNT')),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bearbeiter_id</a:t>
            </a:r>
            <a:r>
              <a:rPr lang="de-DE" sz="1000" dirty="0">
                <a:solidFill>
                  <a:srgbClr val="000000"/>
                </a:solidFill>
              </a:rPr>
              <a:t>       NUMBER         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meldedatum</a:t>
            </a:r>
            <a:r>
              <a:rPr lang="de-DE" sz="1000" dirty="0">
                <a:solidFill>
                  <a:srgbClr val="000000"/>
                </a:solidFill>
              </a:rPr>
              <a:t>          DATE        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bearbeitungsdatum</a:t>
            </a:r>
            <a:r>
              <a:rPr lang="de-DE" sz="1000" dirty="0">
                <a:solidFill>
                  <a:srgbClr val="000000"/>
                </a:solidFill>
              </a:rPr>
              <a:t>   DATE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dm.meldung_id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dm.meldedatum</a:t>
            </a:r>
            <a:r>
              <a:rPr lang="de-DE" sz="1000" dirty="0">
                <a:solidFill>
                  <a:srgbClr val="000000"/>
                </a:solidFill>
              </a:rPr>
              <a:t>,       b1.titel AS original, b2.titel AS </a:t>
            </a:r>
            <a:r>
              <a:rPr lang="de-DE" sz="1000" dirty="0" err="1">
                <a:solidFill>
                  <a:srgbClr val="000000"/>
                </a:solidFill>
              </a:rPr>
              <a:t>duplikat</a:t>
            </a:r>
            <a:r>
              <a:rPr lang="de-DE" sz="1000" dirty="0">
                <a:solidFill>
                  <a:srgbClr val="000000"/>
                </a:solidFill>
              </a:rPr>
              <a:t>,      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gemeldet_vonFROM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duplikat_meldung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dmJOIN</a:t>
            </a:r>
            <a:r>
              <a:rPr lang="de-DE" sz="1000" dirty="0">
                <a:solidFill>
                  <a:srgbClr val="000000"/>
                </a:solidFill>
              </a:rPr>
              <a:t> buch b1 ON b1.buch_id = </a:t>
            </a:r>
            <a:r>
              <a:rPr lang="de-DE" sz="1000" dirty="0" err="1">
                <a:solidFill>
                  <a:srgbClr val="000000"/>
                </a:solidFill>
              </a:rPr>
              <a:t>dm.buch_id_originalJOIN</a:t>
            </a:r>
            <a:r>
              <a:rPr lang="de-DE" sz="1000" dirty="0">
                <a:solidFill>
                  <a:srgbClr val="000000"/>
                </a:solidFill>
              </a:rPr>
              <a:t> buch b2 ON b2.buch_id = </a:t>
            </a:r>
            <a:r>
              <a:rPr lang="de-DE" sz="1000" dirty="0" err="1">
                <a:solidFill>
                  <a:srgbClr val="000000"/>
                </a:solidFill>
              </a:rPr>
              <a:t>dm.buch_id_duplikatJOIN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dm.melder_idWHERE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dm.status</a:t>
            </a:r>
            <a:r>
              <a:rPr lang="de-DE" sz="1000" dirty="0">
                <a:solidFill>
                  <a:srgbClr val="000000"/>
                </a:solidFill>
              </a:rPr>
              <a:t> = 'OFFEN'ORDER BY </a:t>
            </a:r>
            <a:r>
              <a:rPr lang="de-DE" sz="1000" dirty="0" err="1">
                <a:solidFill>
                  <a:srgbClr val="000000"/>
                </a:solidFill>
              </a:rPr>
              <a:t>dm.meldedatum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4428A1B1-79C8-B82C-37BC-C75CFB2AFBD9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A839A78-3885-81AC-55A2-85A76F65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Duplikat_meldung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3940AFB-C4AE-779C-B0DE-3C0005837F29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3386911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Meldung von Duplikaten</a:t>
            </a:r>
          </a:p>
          <a:p>
            <a:pPr marL="0" indent="0">
              <a:buNone/>
            </a:pPr>
            <a:r>
              <a:rPr lang="de-DE" sz="1400" dirty="0"/>
              <a:t>Nutzer können Bucheinträge melden, die sie für Duplikate halten.</a:t>
            </a:r>
          </a:p>
          <a:p>
            <a:pPr marL="0" indent="0">
              <a:buNone/>
            </a:pPr>
            <a:r>
              <a:rPr lang="de-DE" sz="1400" dirty="0"/>
              <a:t>Ein Stammdatenpfleger prüft die Meldung und setzt den Status auf BEARBEITET oder ABGELEHNT.</a:t>
            </a:r>
          </a:p>
          <a:p>
            <a:pPr marL="0" indent="0">
              <a:buNone/>
            </a:pPr>
            <a:r>
              <a:rPr lang="de-DE" sz="1400" dirty="0"/>
              <a:t>Die Abfrage listet alle offenen Meldungen mit den betroffenen Buchtiteln und dem meldenden Nutzer.</a:t>
            </a:r>
          </a:p>
          <a:p>
            <a:pPr marL="0" indent="0">
              <a:buNone/>
            </a:pPr>
            <a:r>
              <a:rPr lang="de-DE" sz="1400" dirty="0"/>
              <a:t>Die Testdaten enthalten allerdings keine echten Duplikate, die Buch-IDs sind willkürlich gewählt.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1CED33A9-D073-8543-381A-6B1505B50C43}"/>
              </a:ext>
            </a:extLst>
          </p:cNvPr>
          <p:cNvSpPr/>
          <p:nvPr/>
        </p:nvSpPr>
        <p:spPr>
          <a:xfrm rot="1916152">
            <a:off x="1727846" y="4085834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65CC98-311A-F01A-5CFB-57C32D6BA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103" y="4438619"/>
            <a:ext cx="6426530" cy="11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8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13F27-AE25-8EFB-21DE-64F6AC27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D2ED6D0-9672-A7B4-ABA0-BA9306B96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D370B7F-A585-9E61-C258-3136CED7C2D0}"/>
              </a:ext>
            </a:extLst>
          </p:cNvPr>
          <p:cNvSpPr txBox="1"/>
          <p:nvPr/>
        </p:nvSpPr>
        <p:spPr>
          <a:xfrm>
            <a:off x="331640" y="684640"/>
            <a:ext cx="516872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CREATE SEQUENCE seq_exemplar START WITH 1000 INCREMENT BY 1 NOCACHE;</a:t>
            </a:r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AFB5E3CC-F9D0-3B3C-BA53-1FAF932E60A6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930ED99-7C16-7AD2-AA93-7F8C0E26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Exemplar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2294AC04-483D-20D9-0414-DFF38578279C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Exemplar</a:t>
            </a:r>
          </a:p>
          <a:p>
            <a:pPr marL="0" indent="0">
              <a:buNone/>
            </a:pPr>
            <a:r>
              <a:rPr lang="de-DE" sz="1400" dirty="0"/>
              <a:t>Jeder…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4DBAAC35-9CE4-C8EB-6011-F61C454C3691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240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5264-BB9C-4137-29AB-D9BFC651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FDF780B-8C77-758D-3010-4CF3F5560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A75FCAC-1DA4-EC32-C0E0-C1273F01F607}"/>
              </a:ext>
            </a:extLst>
          </p:cNvPr>
          <p:cNvSpPr txBox="1"/>
          <p:nvPr/>
        </p:nvSpPr>
        <p:spPr>
          <a:xfrm>
            <a:off x="331640" y="684640"/>
            <a:ext cx="516872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seq_ausleihanfrage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2208F827-5660-6CD1-AC97-E50681DBA184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42E3A28-C625-731A-B8C0-CDBE9FF1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Ausleihanfrage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86AE0334-B616-5F4E-5D92-E66CDA7DBDD7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Ausleihanfragen</a:t>
            </a:r>
          </a:p>
          <a:p>
            <a:pPr marL="0" indent="0">
              <a:buNone/>
            </a:pPr>
            <a:r>
              <a:rPr lang="de-DE" sz="1400" dirty="0"/>
              <a:t>Jeder…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055D850-F7AA-711B-5B0D-9CF9CABAD5B5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951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D165-BFC0-0788-CA88-4855762A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636129C-7C22-F3F6-2E6A-0B8C55CD9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9F31550-D845-5858-C10E-2133B5F2F521}"/>
              </a:ext>
            </a:extLst>
          </p:cNvPr>
          <p:cNvSpPr txBox="1"/>
          <p:nvPr/>
        </p:nvSpPr>
        <p:spPr>
          <a:xfrm>
            <a:off x="331640" y="684640"/>
            <a:ext cx="516872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CREATE SEQUENCE seq_ausleihe START WITH 1000 INCREMENT BY 1 NOCACHE;</a:t>
            </a:r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8CA8B9C4-E3DD-4C5F-43A5-D868933D04FA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3F0D06A-DE1C-9ED8-3CF5-BAFAE8FE5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Ausleihe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DB4902A-190B-53E4-336D-066032058FF5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Ausleihen</a:t>
            </a:r>
          </a:p>
          <a:p>
            <a:pPr marL="0" indent="0">
              <a:buNone/>
            </a:pPr>
            <a:r>
              <a:rPr lang="de-DE" sz="1400" dirty="0"/>
              <a:t>Jeder…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E1BFF433-E32D-7687-8A00-C0CB379F6568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72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9269-A16D-3E1E-AC78-7DC83265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0A53556-364D-254A-DDB4-200843A9C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16D4FF3-8B2A-F4CA-722B-F17FCB26BA52}"/>
              </a:ext>
            </a:extLst>
          </p:cNvPr>
          <p:cNvSpPr txBox="1"/>
          <p:nvPr/>
        </p:nvSpPr>
        <p:spPr>
          <a:xfrm>
            <a:off x="331640" y="684640"/>
            <a:ext cx="516872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CREATE SEQUENCE seq_anfrage_nachricht START WITH 1000 INCREMENT BY 1 NOCACHE;</a:t>
            </a:r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66C069E9-EA72-D1D0-9533-91DE48EC4864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E5465D4-6507-52A2-EB1A-3937F734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Anfrage_nachricht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5357A15-21E1-25E9-C3E1-70E994DFB864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Chat-Nachrichten</a:t>
            </a:r>
          </a:p>
          <a:p>
            <a:pPr marL="0" indent="0">
              <a:buNone/>
            </a:pPr>
            <a:r>
              <a:rPr lang="de-DE" sz="1400" dirty="0"/>
              <a:t>Jeder…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8372BA06-D4E5-CABA-7C76-0FC41C8E6C07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098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E675-40A8-1556-A2C7-87C2B94A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F921A23-5134-6B5C-9CED-E3C0E43F2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6FC786A-8C47-4AFF-31B6-F48291723A0D}"/>
              </a:ext>
            </a:extLst>
          </p:cNvPr>
          <p:cNvSpPr txBox="1"/>
          <p:nvPr/>
        </p:nvSpPr>
        <p:spPr>
          <a:xfrm>
            <a:off x="331640" y="684640"/>
            <a:ext cx="516872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CREATE SEQUENCE seq_rueckgabe START WITH 1000 INCREMENT BY 1 NOCACHE;</a:t>
            </a:r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5A1AEC29-E85B-6B4A-945E-FC45A6C26FE0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40D81F5-E894-02D5-DA11-0F73A44B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Rueckgabe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0D1033BA-8F25-2525-2512-5DFABC918163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Rückgaben</a:t>
            </a:r>
          </a:p>
          <a:p>
            <a:pPr marL="0" indent="0">
              <a:buNone/>
            </a:pPr>
            <a:r>
              <a:rPr lang="de-DE" sz="1400" dirty="0"/>
              <a:t>Jeder…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0632EC11-1F0B-9C1B-9B07-669E03A0DA4A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267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668-E8AB-AEFE-6F1A-C51C84CC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93EA47C-34E8-6D15-D1BF-75E0FCAC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FFB5BC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159A8F6-BD78-04AF-8E6C-4463CA6E120E}"/>
              </a:ext>
            </a:extLst>
          </p:cNvPr>
          <p:cNvSpPr txBox="1"/>
          <p:nvPr/>
        </p:nvSpPr>
        <p:spPr>
          <a:xfrm>
            <a:off x="331640" y="684640"/>
            <a:ext cx="516872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CREATE SEQUENCE seq_bewertung START WITH 1000 INCREMENT BY 1 NOCACHE;</a:t>
            </a:r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70D54468-ECE3-4245-E794-9F1EF3AF8AC2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B5BC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E0A8CEE-B6BB-B24A-B307-D99AD7EC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FF4757"/>
          </a:solidFill>
        </p:spPr>
        <p:txBody>
          <a:bodyPr>
            <a:noAutofit/>
          </a:bodyPr>
          <a:lstStyle/>
          <a:p>
            <a:r>
              <a:rPr lang="de-DE" sz="2800" dirty="0"/>
              <a:t>Tabelle: Bewertung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A2C36E13-A460-0AD5-7E36-0FB1B1744B23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FF475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Bewertungen</a:t>
            </a:r>
          </a:p>
          <a:p>
            <a:pPr marL="0" indent="0">
              <a:buNone/>
            </a:pPr>
            <a:r>
              <a:rPr lang="de-DE" sz="1400" dirty="0"/>
              <a:t>Jeder…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9918271-F5B7-FB26-6822-A8F6F5A041C1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FF4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360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5EB3016-3B2B-2488-27D0-10064F92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321E16CB-C4B4-0D95-5886-C3F513DCBBDF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EFDFC08-5D80-499B-E172-662DC6EB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Nutzer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ABB66435-C3A8-5894-1DDB-803C91A2DAD3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9631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Benutzer</a:t>
            </a:r>
          </a:p>
          <a:p>
            <a:pPr marL="0" indent="0">
              <a:buNone/>
            </a:pPr>
            <a:r>
              <a:rPr lang="de-DE" sz="1400" dirty="0"/>
              <a:t>Registrierte Plattformnutzer mit Authentifizierungs- und Statusdaten.</a:t>
            </a:r>
          </a:p>
          <a:p>
            <a:pPr marL="0" indent="0">
              <a:buNone/>
            </a:pPr>
            <a:r>
              <a:rPr lang="de-DE" sz="1400" dirty="0"/>
              <a:t>Alle Geschäftsprozesse hängen an dieser Tabelle. Ein Nutzer nimmt in unterschiedlichen Vorgängen unterschiedliche fachliche Rollen ein: Verleiher, </a:t>
            </a:r>
            <a:r>
              <a:rPr lang="de-DE" sz="1400" dirty="0" err="1"/>
              <a:t>Leiher</a:t>
            </a:r>
            <a:r>
              <a:rPr lang="de-DE" sz="1400" dirty="0"/>
              <a:t>, Bewerter, Melder.</a:t>
            </a:r>
          </a:p>
          <a:p>
            <a:pPr marL="0" indent="0">
              <a:buNone/>
            </a:pPr>
            <a:r>
              <a:rPr lang="de-DE" sz="1400" dirty="0"/>
              <a:t>Die Statements zeigen das Anlegen eines Benutzers und die Abfrage der ersten zehn Benutzer.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7AA5E8B-9454-C203-0A50-CB50C9C04FCA}"/>
              </a:ext>
            </a:extLst>
          </p:cNvPr>
          <p:cNvSpPr txBox="1"/>
          <p:nvPr/>
        </p:nvSpPr>
        <p:spPr>
          <a:xfrm>
            <a:off x="331640" y="684640"/>
            <a:ext cx="5168720" cy="393954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000000"/>
                </a:solidFill>
              </a:rPr>
              <a:t>CREATE SEQUENCE </a:t>
            </a:r>
            <a:r>
              <a:rPr lang="de-DE" sz="1000" dirty="0" err="1">
                <a:solidFill>
                  <a:srgbClr val="000000"/>
                </a:solidFill>
              </a:rPr>
              <a:t>seq_nutzer</a:t>
            </a:r>
            <a:r>
              <a:rPr lang="de-DE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seq_nutzer.NEXTVAL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vorname</a:t>
            </a:r>
            <a:r>
              <a:rPr lang="de-DE" sz="1000" dirty="0">
                <a:solidFill>
                  <a:srgbClr val="000000"/>
                </a:solidFill>
              </a:rPr>
              <a:t> 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nachname</a:t>
            </a:r>
            <a:r>
              <a:rPr lang="de-DE" sz="1000" dirty="0">
                <a:solidFill>
                  <a:srgbClr val="000000"/>
                </a:solidFill>
              </a:rPr>
              <a:t>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email               VARCHAR2(255)   NOT NULL UNIQUE,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passwort_hash</a:t>
            </a:r>
            <a:r>
              <a:rPr lang="de-DE" sz="1000" dirty="0">
                <a:solidFill>
                  <a:srgbClr val="000000"/>
                </a:solidFill>
              </a:rPr>
              <a:t>       VARCHAR2(255)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telefon</a:t>
            </a:r>
            <a:r>
              <a:rPr lang="de-DE" sz="1000" dirty="0">
                <a:solidFill>
                  <a:srgbClr val="000000"/>
                </a:solidFill>
              </a:rPr>
              <a:t>             VARCHAR2(50),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whatsapp</a:t>
            </a:r>
            <a:r>
              <a:rPr lang="de-DE" sz="1000" dirty="0">
                <a:solidFill>
                  <a:srgbClr val="000000"/>
                </a:solidFill>
              </a:rPr>
              <a:t>            VARCHAR2(50),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email_token</a:t>
            </a:r>
            <a:r>
              <a:rPr lang="de-DE" sz="1000" dirty="0">
                <a:solidFill>
                  <a:srgbClr val="000000"/>
                </a:solidFill>
              </a:rPr>
              <a:t>         VARCHAR2(100),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email_bestaetigt</a:t>
            </a:r>
            <a:r>
              <a:rPr lang="de-DE" sz="1000" dirty="0">
                <a:solidFill>
                  <a:srgbClr val="000000"/>
                </a:solidFill>
              </a:rPr>
              <a:t>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email_bestaetigt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suspended</a:t>
            </a:r>
            <a:r>
              <a:rPr lang="de-DE" sz="1000" dirty="0">
                <a:solidFill>
                  <a:srgbClr val="000000"/>
                </a:solidFill>
              </a:rPr>
              <a:t>       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suspended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deleted</a:t>
            </a:r>
            <a:r>
              <a:rPr lang="de-DE" sz="1000" dirty="0">
                <a:solidFill>
                  <a:srgbClr val="000000"/>
                </a:solidFill>
              </a:rPr>
              <a:t>         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deleted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created_at</a:t>
            </a:r>
            <a:r>
              <a:rPr lang="de-DE" sz="1000" dirty="0">
                <a:solidFill>
                  <a:srgbClr val="000000"/>
                </a:solidFill>
              </a:rPr>
              <a:t>          DATE        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last_login</a:t>
            </a:r>
            <a:r>
              <a:rPr lang="de-DE" sz="1000" dirty="0">
                <a:solidFill>
                  <a:srgbClr val="000000"/>
                </a:solidFill>
              </a:rPr>
              <a:t>          DATE,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profilbild</a:t>
            </a:r>
            <a:r>
              <a:rPr lang="de-DE" sz="1000" dirty="0">
                <a:solidFill>
                  <a:srgbClr val="000000"/>
                </a:solidFill>
              </a:rPr>
              <a:t>          BLOB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INSERT INTO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  <a:r>
              <a:rPr lang="de-DE" sz="1000" dirty="0" err="1">
                <a:solidFill>
                  <a:srgbClr val="000000"/>
                </a:solidFill>
              </a:rPr>
              <a:t>vorname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nachname</a:t>
            </a:r>
            <a:r>
              <a:rPr lang="de-DE" sz="1000" dirty="0">
                <a:solidFill>
                  <a:srgbClr val="000000"/>
                </a:solidFill>
              </a:rPr>
              <a:t>, email, </a:t>
            </a:r>
            <a:r>
              <a:rPr lang="de-DE" sz="1000" dirty="0" err="1">
                <a:solidFill>
                  <a:srgbClr val="000000"/>
                </a:solidFill>
              </a:rPr>
              <a:t>passwort_hash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telefon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whatsapp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email_bestaetigt</a:t>
            </a:r>
            <a:r>
              <a:rPr lang="de-DE" sz="1000" dirty="0">
                <a:solidFill>
                  <a:srgbClr val="000000"/>
                </a:solidFill>
              </a:rPr>
              <a:t>) VALUES ('Anna',      'Müller',     'anna.mueller@example.de',     'hash_001', '0211 123456',  '+49 211 123456',  1);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* </a:t>
            </a:r>
            <a:r>
              <a:rPr lang="de-DE" sz="1000" dirty="0" err="1">
                <a:solidFill>
                  <a:srgbClr val="000000"/>
                </a:solidFill>
              </a:rPr>
              <a:t>from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where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&lt; 11;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749D02E-1452-D953-393B-E3FF76992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5057"/>
            <a:ext cx="12192000" cy="21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75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1C76-0672-ED92-BDDC-C469038E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625F47C-246F-EAF6-195C-3FE8355FE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F9FDAC7-C625-04F8-75AC-0672CD5ED56F}"/>
              </a:ext>
            </a:extLst>
          </p:cNvPr>
          <p:cNvSpPr txBox="1"/>
          <p:nvPr/>
        </p:nvSpPr>
        <p:spPr>
          <a:xfrm>
            <a:off x="331640" y="684640"/>
            <a:ext cx="5168720" cy="594008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seq_adresse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adresse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adresse_id</a:t>
            </a:r>
            <a:r>
              <a:rPr lang="de-DE" sz="1000" dirty="0">
                <a:solidFill>
                  <a:srgbClr val="000000"/>
                </a:solidFill>
              </a:rPr>
              <a:t>   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seq_adresse.NEXTVAL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              NUMBER          NOT NULL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strasse</a:t>
            </a:r>
            <a:r>
              <a:rPr lang="de-DE" sz="1000" dirty="0">
                <a:solidFill>
                  <a:srgbClr val="000000"/>
                </a:solidFill>
              </a:rPr>
              <a:t>     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hausnummer</a:t>
            </a:r>
            <a:r>
              <a:rPr lang="de-DE" sz="1000" dirty="0">
                <a:solidFill>
                  <a:srgbClr val="000000"/>
                </a:solidFill>
              </a:rPr>
              <a:t>              VARCHAR2(10) 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plz</a:t>
            </a:r>
            <a:r>
              <a:rPr lang="de-DE" sz="1000" dirty="0">
                <a:solidFill>
                  <a:srgbClr val="000000"/>
                </a:solidFill>
              </a:rPr>
              <a:t>                     VARCHAR2(10) 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stadt</a:t>
            </a:r>
            <a:r>
              <a:rPr lang="de-DE" sz="1000" dirty="0">
                <a:solidFill>
                  <a:srgbClr val="000000"/>
                </a:solidFill>
              </a:rPr>
              <a:t>       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land</a:t>
            </a:r>
            <a:r>
              <a:rPr lang="de-DE" sz="1000" dirty="0">
                <a:solidFill>
                  <a:srgbClr val="000000"/>
                </a:solidFill>
              </a:rPr>
              <a:t>                    VARCHAR2(100)   DEFAULT 'Deutschland'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breitengrad</a:t>
            </a:r>
            <a:r>
              <a:rPr lang="de-DE" sz="1000" dirty="0">
                <a:solidFill>
                  <a:srgbClr val="000000"/>
                </a:solidFill>
              </a:rPr>
              <a:t>             NUMBER(9,6),    -- Latitude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laengengrad</a:t>
            </a:r>
            <a:r>
              <a:rPr lang="de-DE" sz="1000" dirty="0">
                <a:solidFill>
                  <a:srgbClr val="000000"/>
                </a:solidFill>
              </a:rPr>
              <a:t>             NUMBER(9,6),    -- </a:t>
            </a:r>
            <a:r>
              <a:rPr lang="de-DE" sz="1000" dirty="0" err="1">
                <a:solidFill>
                  <a:srgbClr val="000000"/>
                </a:solidFill>
              </a:rPr>
              <a:t>Longitude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ist_rechnungsadresse</a:t>
            </a:r>
            <a:r>
              <a:rPr lang="de-DE" sz="1000" dirty="0">
                <a:solidFill>
                  <a:srgbClr val="000000"/>
                </a:solidFill>
              </a:rPr>
              <a:t>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ist_rechnungsadresse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ist_standard</a:t>
            </a:r>
            <a:r>
              <a:rPr lang="de-DE" sz="1000" dirty="0">
                <a:solidFill>
                  <a:srgbClr val="000000"/>
                </a:solidFill>
              </a:rPr>
              <a:t>        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ist_standard</a:t>
            </a:r>
            <a:r>
              <a:rPr lang="de-DE" sz="1000" dirty="0">
                <a:solidFill>
                  <a:srgbClr val="000000"/>
                </a:solidFill>
              </a:rPr>
              <a:t> IN (0,1))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WITH </a:t>
            </a:r>
            <a:r>
              <a:rPr lang="de-DE" sz="1000" dirty="0" err="1">
                <a:solidFill>
                  <a:srgbClr val="000000"/>
                </a:solidFill>
              </a:rPr>
              <a:t>ergebnis</a:t>
            </a:r>
            <a:r>
              <a:rPr lang="de-DE" sz="1000" dirty="0">
                <a:solidFill>
                  <a:srgbClr val="000000"/>
                </a:solidFill>
              </a:rPr>
              <a:t> AS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SELECT 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besitzer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</a:t>
            </a:r>
            <a:r>
              <a:rPr lang="de-DE" sz="1000" dirty="0" err="1">
                <a:solidFill>
                  <a:srgbClr val="000000"/>
                </a:solidFill>
              </a:rPr>
              <a:t>a.stadt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</a:t>
            </a:r>
            <a:r>
              <a:rPr lang="de-DE" sz="1000" dirty="0" err="1">
                <a:solidFill>
                  <a:srgbClr val="000000"/>
                </a:solidFill>
              </a:rPr>
              <a:t>a.strasse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a.hausnummer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abholort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ROUND(6371 * ACOS(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COS(51.5142 * 3.14159/180) * COS(</a:t>
            </a:r>
            <a:r>
              <a:rPr lang="de-DE" sz="1000" dirty="0" err="1">
                <a:solidFill>
                  <a:srgbClr val="000000"/>
                </a:solidFill>
              </a:rPr>
              <a:t>a.breitengrad</a:t>
            </a:r>
            <a:r>
              <a:rPr lang="de-DE" sz="1000" dirty="0">
                <a:solidFill>
                  <a:srgbClr val="000000"/>
                </a:solidFill>
              </a:rPr>
              <a:t> * 3.14159/180)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* COS((</a:t>
            </a:r>
            <a:r>
              <a:rPr lang="de-DE" sz="1000" dirty="0" err="1">
                <a:solidFill>
                  <a:srgbClr val="000000"/>
                </a:solidFill>
              </a:rPr>
              <a:t>a.laengengrad</a:t>
            </a:r>
            <a:r>
              <a:rPr lang="de-DE" sz="1000" dirty="0">
                <a:solidFill>
                  <a:srgbClr val="000000"/>
                </a:solidFill>
              </a:rPr>
              <a:t> - 7.4684) * 3.14159/180)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+ SIN(51.5142 * 3.14159/180) * SIN(</a:t>
            </a:r>
            <a:r>
              <a:rPr lang="de-DE" sz="1000" dirty="0" err="1">
                <a:solidFill>
                  <a:srgbClr val="000000"/>
                </a:solidFill>
              </a:rPr>
              <a:t>a.breitengrad</a:t>
            </a:r>
            <a:r>
              <a:rPr lang="de-DE" sz="1000" dirty="0">
                <a:solidFill>
                  <a:srgbClr val="000000"/>
                </a:solidFill>
              </a:rPr>
              <a:t> * 3.14159/180)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), 1) AS </a:t>
            </a:r>
            <a:r>
              <a:rPr lang="de-DE" sz="1000" dirty="0" err="1">
                <a:solidFill>
                  <a:srgbClr val="000000"/>
                </a:solidFill>
              </a:rPr>
              <a:t>entfernung_km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FROM   </a:t>
            </a:r>
            <a:r>
              <a:rPr lang="de-DE" sz="1000" dirty="0" err="1">
                <a:solidFill>
                  <a:srgbClr val="000000"/>
                </a:solidFill>
              </a:rPr>
              <a:t>exemplar</a:t>
            </a:r>
            <a:r>
              <a:rPr lang="de-DE" sz="1000" dirty="0">
                <a:solidFill>
                  <a:srgbClr val="000000"/>
                </a:solidFill>
              </a:rPr>
              <a:t> 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JOIN   </a:t>
            </a:r>
            <a:r>
              <a:rPr lang="de-DE" sz="1000" dirty="0" err="1">
                <a:solidFill>
                  <a:srgbClr val="000000"/>
                </a:solidFill>
              </a:rPr>
              <a:t>adresse</a:t>
            </a:r>
            <a:r>
              <a:rPr lang="de-DE" sz="1000" dirty="0">
                <a:solidFill>
                  <a:srgbClr val="000000"/>
                </a:solidFill>
              </a:rPr>
              <a:t> a ON </a:t>
            </a:r>
            <a:r>
              <a:rPr lang="de-DE" sz="1000" dirty="0" err="1">
                <a:solidFill>
                  <a:srgbClr val="000000"/>
                </a:solidFill>
              </a:rPr>
              <a:t>a.adresse_id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e.abholort_id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JOIN   buch b    ON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r>
              <a:rPr lang="de-DE" sz="1000" dirty="0">
                <a:solidFill>
                  <a:srgbClr val="000000"/>
                </a:solidFill>
              </a:rPr>
              <a:t>    = </a:t>
            </a:r>
            <a:r>
              <a:rPr lang="de-DE" sz="1000" dirty="0" err="1">
                <a:solidFill>
                  <a:srgbClr val="000000"/>
                </a:solidFill>
              </a:rPr>
              <a:t>e.buch_id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JOIN  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e.besitzer_id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WHERE  </a:t>
            </a:r>
            <a:r>
              <a:rPr lang="de-DE" sz="1000" dirty="0" err="1">
                <a:solidFill>
                  <a:srgbClr val="000000"/>
                </a:solidFill>
              </a:rPr>
              <a:t>e.gesperrt</a:t>
            </a:r>
            <a:r>
              <a:rPr lang="de-DE" sz="1000" dirty="0">
                <a:solidFill>
                  <a:srgbClr val="000000"/>
                </a:solidFill>
              </a:rPr>
              <a:t> = 0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AND    </a:t>
            </a:r>
            <a:r>
              <a:rPr lang="de-DE" sz="1000" dirty="0" err="1">
                <a:solidFill>
                  <a:srgbClr val="000000"/>
                </a:solidFill>
              </a:rPr>
              <a:t>a.breitengrad</a:t>
            </a:r>
            <a:r>
              <a:rPr lang="de-DE" sz="1000" dirty="0">
                <a:solidFill>
                  <a:srgbClr val="000000"/>
                </a:solidFill>
              </a:rPr>
              <a:t> IS NOT NULL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SELECT *</a:t>
            </a:r>
          </a:p>
          <a:p>
            <a:r>
              <a:rPr lang="de-DE" sz="1000" dirty="0">
                <a:solidFill>
                  <a:srgbClr val="000000"/>
                </a:solidFill>
              </a:rPr>
              <a:t>FROM   </a:t>
            </a:r>
            <a:r>
              <a:rPr lang="de-DE" sz="1000" dirty="0" err="1">
                <a:solidFill>
                  <a:srgbClr val="000000"/>
                </a:solidFill>
              </a:rPr>
              <a:t>ergebnis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 </a:t>
            </a:r>
            <a:r>
              <a:rPr lang="de-DE" sz="1000" dirty="0" err="1">
                <a:solidFill>
                  <a:srgbClr val="000000"/>
                </a:solidFill>
              </a:rPr>
              <a:t>entfernung_km</a:t>
            </a:r>
            <a:r>
              <a:rPr lang="de-DE" sz="1000" dirty="0">
                <a:solidFill>
                  <a:srgbClr val="000000"/>
                </a:solidFill>
              </a:rPr>
              <a:t> &lt;= 35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entfernung_km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C799DE9A-D85C-4487-09DA-A0358B521485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4303493-1F70-2638-90F3-69B712AA8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Adresse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3C50225-6F34-0379-00D7-487DB9EC1901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Adressen</a:t>
            </a:r>
          </a:p>
          <a:p>
            <a:pPr marL="0" indent="0">
              <a:buNone/>
            </a:pPr>
            <a:r>
              <a:rPr lang="de-DE" sz="1400" dirty="0"/>
              <a:t>Jeder Nutzer kann mehrere Adressen hinterlegen.</a:t>
            </a:r>
          </a:p>
          <a:p>
            <a:pPr marL="0" indent="0">
              <a:buNone/>
            </a:pPr>
            <a:r>
              <a:rPr lang="de-DE" sz="1400" dirty="0"/>
              <a:t>Breitengrad und Längengrad unterstützen die räumliche Suche nach Exemplaren.</a:t>
            </a:r>
          </a:p>
          <a:p>
            <a:pPr marL="0" indent="0">
              <a:buNone/>
            </a:pPr>
            <a:r>
              <a:rPr lang="de-DE" sz="1400" dirty="0"/>
              <a:t>Die Query zeigt verfügbare Exemplare im Umkreis eines Standorts, berechnet über die </a:t>
            </a:r>
            <a:r>
              <a:rPr lang="de-DE" sz="1400" dirty="0" err="1"/>
              <a:t>Haversine</a:t>
            </a:r>
            <a:r>
              <a:rPr lang="de-DE" sz="1400" dirty="0"/>
              <a:t>-Formel.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077D849-5F14-B420-71F2-CE88DDF0D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793" y="3860646"/>
            <a:ext cx="7067913" cy="2997354"/>
          </a:xfrm>
          <a:prstGeom prst="rect">
            <a:avLst/>
          </a:prstGeom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3A2937B1-C3E8-D8DF-8BBB-4CE6333C7ED5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FFA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607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F0F42-2E15-5A9F-D029-9B8ACF13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DCEEE77-F104-2612-4CDF-AD98CDB32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EEC15E6-469D-1CED-7F2D-FA72D1F82130}"/>
              </a:ext>
            </a:extLst>
          </p:cNvPr>
          <p:cNvSpPr txBox="1"/>
          <p:nvPr/>
        </p:nvSpPr>
        <p:spPr>
          <a:xfrm>
            <a:off x="331640" y="684640"/>
            <a:ext cx="5168720" cy="224676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seq_rolle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rolle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seq_rolle.NEXTVAL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rollenname</a:t>
            </a:r>
            <a:r>
              <a:rPr lang="de-DE" sz="1000" dirty="0">
                <a:solidFill>
                  <a:srgbClr val="000000"/>
                </a:solidFill>
              </a:rPr>
              <a:t>  VARCHAR2(50)    NOT NULL UNIQUE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 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	</a:t>
            </a:r>
            <a:r>
              <a:rPr lang="de-DE" sz="1000" dirty="0" err="1">
                <a:solidFill>
                  <a:srgbClr val="000000"/>
                </a:solidFill>
              </a:rPr>
              <a:t>r.rollenname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COUNT(</a:t>
            </a:r>
            <a:r>
              <a:rPr lang="de-DE" sz="1000" dirty="0" err="1">
                <a:solidFill>
                  <a:srgbClr val="000000"/>
                </a:solidFill>
              </a:rPr>
              <a:t>nr.nutzer_id</a:t>
            </a:r>
            <a:r>
              <a:rPr lang="de-DE" sz="1000" dirty="0">
                <a:solidFill>
                  <a:srgbClr val="000000"/>
                </a:solidFill>
              </a:rPr>
              <a:t>)	AS </a:t>
            </a:r>
            <a:r>
              <a:rPr lang="de-DE" sz="1000" dirty="0" err="1">
                <a:solidFill>
                  <a:srgbClr val="000000"/>
                </a:solidFill>
              </a:rPr>
              <a:t>anzahl_nutzer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	rolle r</a:t>
            </a:r>
          </a:p>
          <a:p>
            <a:r>
              <a:rPr lang="de-DE" sz="1000" dirty="0">
                <a:solidFill>
                  <a:srgbClr val="000000"/>
                </a:solidFill>
              </a:rPr>
              <a:t>LEFT JOIN	</a:t>
            </a:r>
            <a:r>
              <a:rPr lang="de-DE" sz="1000" dirty="0" err="1">
                <a:solidFill>
                  <a:srgbClr val="000000"/>
                </a:solidFill>
              </a:rPr>
              <a:t>nutzer_rolle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nr</a:t>
            </a:r>
            <a:r>
              <a:rPr lang="de-DE" sz="1000" dirty="0">
                <a:solidFill>
                  <a:srgbClr val="000000"/>
                </a:solidFill>
              </a:rPr>
              <a:t>	ON </a:t>
            </a:r>
            <a:r>
              <a:rPr lang="de-DE" sz="1000" dirty="0" err="1">
                <a:solidFill>
                  <a:srgbClr val="000000"/>
                </a:solidFill>
              </a:rPr>
              <a:t>nr.rolle_id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r.rolle_id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GROUP BY	</a:t>
            </a:r>
            <a:r>
              <a:rPr lang="de-DE" sz="1000" dirty="0" err="1">
                <a:solidFill>
                  <a:srgbClr val="000000"/>
                </a:solidFill>
              </a:rPr>
              <a:t>r.rollenname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ORDER BY	</a:t>
            </a:r>
            <a:r>
              <a:rPr lang="de-DE" sz="1000" dirty="0" err="1">
                <a:solidFill>
                  <a:srgbClr val="000000"/>
                </a:solidFill>
              </a:rPr>
              <a:t>anzahl_nutzer</a:t>
            </a:r>
            <a:r>
              <a:rPr lang="de-DE" sz="1000" dirty="0">
                <a:solidFill>
                  <a:srgbClr val="000000"/>
                </a:solidFill>
              </a:rPr>
              <a:t> DESC;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C5389376-6788-CD07-3CE9-4CDF6D2A39AB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2FDE254-1E53-BF02-5901-4353CE79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Rolle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1420B6CC-DF27-0623-4385-BC6CA0075862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31228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Rollen</a:t>
            </a:r>
          </a:p>
          <a:p>
            <a:pPr marL="0" indent="0">
              <a:buNone/>
            </a:pPr>
            <a:r>
              <a:rPr lang="de-DE" sz="1400" dirty="0"/>
              <a:t>Definiert die vier Berechtigungsrollen des Systems:</a:t>
            </a:r>
            <a:br>
              <a:rPr lang="de-DE" sz="1400" dirty="0"/>
            </a:br>
            <a:r>
              <a:rPr lang="de-DE" sz="1400" dirty="0"/>
              <a:t>LEIHER, VERLEIHER, PFLEGER und ADMIN.</a:t>
            </a:r>
          </a:p>
          <a:p>
            <a:pPr marL="0" indent="0">
              <a:buNone/>
            </a:pPr>
            <a:r>
              <a:rPr lang="de-DE" sz="1400" dirty="0"/>
              <a:t>Jede Rolle steht genau einmal in der Tabelle.</a:t>
            </a:r>
            <a:br>
              <a:rPr lang="de-DE" sz="1400" dirty="0"/>
            </a:br>
            <a:r>
              <a:rPr lang="de-DE" sz="1400" dirty="0"/>
              <a:t>Nutzer erhalten Rollen über die Tabelle NUTZER_ROLLE.</a:t>
            </a:r>
          </a:p>
          <a:p>
            <a:pPr marL="0" indent="0">
              <a:buNone/>
            </a:pPr>
            <a:r>
              <a:rPr lang="de-DE" sz="1400" dirty="0"/>
              <a:t>Die Abfrage zeigt, wie viele Nutzer jede Rolle aktuell tragen.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E8FFA03-8971-C28D-66D0-05537DD90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87" y="3155760"/>
            <a:ext cx="5035809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33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DF21-A52F-C715-F126-215D4E21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FD4B691-A2AD-B4A2-221F-269F866B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8DB31CB-6189-7951-8D03-CD8C6C1AD0A7}"/>
              </a:ext>
            </a:extLst>
          </p:cNvPr>
          <p:cNvSpPr txBox="1"/>
          <p:nvPr/>
        </p:nvSpPr>
        <p:spPr>
          <a:xfrm>
            <a:off x="331640" y="684640"/>
            <a:ext cx="5168720" cy="240065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nutzer_rolle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  NUMBER  NOT NULL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    NUMBER  NOT NULL REFERENCES rolle(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vergeben_am</a:t>
            </a:r>
            <a:r>
              <a:rPr lang="de-DE" sz="1000" dirty="0">
                <a:solidFill>
                  <a:srgbClr val="000000"/>
                </a:solidFill>
              </a:rPr>
              <a:t> DATE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CONSTRAINT </a:t>
            </a:r>
            <a:r>
              <a:rPr lang="de-DE" sz="1000" dirty="0" err="1">
                <a:solidFill>
                  <a:srgbClr val="000000"/>
                </a:solidFill>
              </a:rPr>
              <a:t>pk_nutzer_rolle</a:t>
            </a:r>
            <a:r>
              <a:rPr lang="de-DE" sz="1000" dirty="0">
                <a:solidFill>
                  <a:srgbClr val="000000"/>
                </a:solidFill>
              </a:rPr>
              <a:t> PRIMARY KEY 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COUNT(</a:t>
            </a:r>
            <a:r>
              <a:rPr lang="de-DE" sz="1000" dirty="0" err="1">
                <a:solidFill>
                  <a:srgbClr val="000000"/>
                </a:solidFill>
              </a:rPr>
              <a:t>nr.rolle_id</a:t>
            </a:r>
            <a:r>
              <a:rPr lang="de-DE" sz="1000" dirty="0">
                <a:solidFill>
                  <a:srgbClr val="000000"/>
                </a:solidFill>
              </a:rPr>
              <a:t>) AS </a:t>
            </a:r>
            <a:r>
              <a:rPr lang="de-DE" sz="1000" dirty="0" err="1">
                <a:solidFill>
                  <a:srgbClr val="000000"/>
                </a:solidFill>
              </a:rPr>
              <a:t>anzahl_rollen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  </a:t>
            </a:r>
            <a:r>
              <a:rPr lang="de-DE" sz="1000" dirty="0" err="1">
                <a:solidFill>
                  <a:srgbClr val="000000"/>
                </a:solidFill>
              </a:rPr>
              <a:t>nutzer_rolle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 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nr.nutzer_id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GROUP BY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HAVING COUNT(</a:t>
            </a:r>
            <a:r>
              <a:rPr lang="de-DE" sz="1000" dirty="0" err="1">
                <a:solidFill>
                  <a:srgbClr val="000000"/>
                </a:solidFill>
              </a:rPr>
              <a:t>nr.rolle_id</a:t>
            </a:r>
            <a:r>
              <a:rPr lang="de-DE" sz="1000" dirty="0">
                <a:solidFill>
                  <a:srgbClr val="000000"/>
                </a:solidFill>
              </a:rPr>
              <a:t>) &gt; 1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anzahl_rollen</a:t>
            </a:r>
            <a:r>
              <a:rPr lang="de-DE" sz="1000" dirty="0">
                <a:solidFill>
                  <a:srgbClr val="000000"/>
                </a:solidFill>
              </a:rPr>
              <a:t> DESC;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6545F535-1809-A961-349C-7FD7D6DE9156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D8AA75-EBD1-5B12-5A43-62223639E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Nutzer_rolle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C797058B-B15E-5417-2C5A-8AC5B9B8DA6E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635681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Nutzer-Rollen-Zuordnung</a:t>
            </a:r>
          </a:p>
          <a:p>
            <a:pPr marL="0" indent="0">
              <a:buNone/>
            </a:pPr>
            <a:r>
              <a:rPr lang="de-DE" sz="1400" dirty="0"/>
              <a:t>Ordnet Nutzern eine oder mehrere Rollen zu und bildet eine n:m-Beziehung zwischen NUTZER und ROLLE ab. </a:t>
            </a:r>
          </a:p>
          <a:p>
            <a:pPr marL="0" indent="0">
              <a:buNone/>
            </a:pPr>
            <a:r>
              <a:rPr lang="de-DE" sz="1400" dirty="0"/>
              <a:t>Ein Nutzer kann gleichzeitig Verleiher und </a:t>
            </a:r>
            <a:r>
              <a:rPr lang="de-DE" sz="1400" dirty="0" err="1"/>
              <a:t>Leiher</a:t>
            </a:r>
            <a:r>
              <a:rPr lang="de-DE" sz="1400" dirty="0"/>
              <a:t> sein, ohne dass die Daten redundant gehalten werden.</a:t>
            </a:r>
          </a:p>
          <a:p>
            <a:pPr marL="0" indent="0">
              <a:buNone/>
            </a:pPr>
            <a:r>
              <a:rPr lang="de-DE" sz="1400" dirty="0"/>
              <a:t>Die Abfrage zeigt alle Nutzer mit mehr als einer Rolle.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35EF01B-199E-DC07-1AEC-3EDF38707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082" y="952196"/>
            <a:ext cx="2305168" cy="5905804"/>
          </a:xfrm>
          <a:prstGeom prst="rect">
            <a:avLst/>
          </a:prstGeom>
        </p:spPr>
      </p:pic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E4B67A99-B952-EF9C-B655-87176F604DE2}"/>
              </a:ext>
            </a:extLst>
          </p:cNvPr>
          <p:cNvSpPr/>
          <p:nvPr/>
        </p:nvSpPr>
        <p:spPr>
          <a:xfrm>
            <a:off x="3247729" y="2066738"/>
            <a:ext cx="644375" cy="503227"/>
          </a:xfrm>
          <a:prstGeom prst="rightArrow">
            <a:avLst/>
          </a:prstGeom>
          <a:solidFill>
            <a:srgbClr val="FFA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427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63D56-2AE7-F4DD-6E84-06DF67B4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E243EC7-6A62-DA28-DD92-056B4FA0D9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2559600"/>
            <a:ext cx="9662400" cy="432000"/>
          </a:xfrm>
          <a:solidFill>
            <a:srgbClr val="000000"/>
          </a:solidFill>
        </p:spPr>
        <p:txBody>
          <a:bodyPr tIns="4680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de-DE" dirty="0">
                <a:solidFill>
                  <a:srgbClr val="FFFFFF"/>
                </a:solidFill>
              </a:rPr>
              <a:t>3. Zusammenfassung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3F3D39-3691-F47F-37C1-335AD3A8E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FFFFFF"/>
          </a:solidFill>
        </p:spPr>
        <p:txBody>
          <a:bodyPr tIns="3600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Fazit, Ende, Aus</a:t>
            </a:r>
          </a:p>
        </p:txBody>
      </p:sp>
    </p:spTree>
    <p:extLst>
      <p:ext uri="{BB962C8B-B14F-4D97-AF65-F5344CB8AC3E}">
        <p14:creationId xmlns:p14="http://schemas.microsoft.com/office/powerpoint/2010/main" val="4211845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1BD36-6FD0-20B1-7F52-59D27340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C326C-79FD-11AD-78DE-16480B10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963DCD-6305-0AB5-87E4-0AA6F3A50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6426000"/>
          </a:xfrm>
          <a:solidFill>
            <a:srgbClr val="FFFFFF"/>
          </a:solidFill>
        </p:spPr>
        <p:txBody>
          <a:bodyPr lIns="180000" tIns="180000"/>
          <a:lstStyle/>
          <a:p>
            <a:r>
              <a:rPr lang="de-DE" dirty="0" err="1"/>
              <a:t>Blah-Blah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84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2">
      <a:dk1>
        <a:srgbClr val="4DFBFF"/>
      </a:dk1>
      <a:lt1>
        <a:srgbClr val="F1FFFF"/>
      </a:lt1>
      <a:dk2>
        <a:srgbClr val="0E2841"/>
      </a:dk2>
      <a:lt2>
        <a:srgbClr val="E8E8E8"/>
      </a:lt2>
      <a:accent1>
        <a:srgbClr val="FFA73A"/>
      </a:accent1>
      <a:accent2>
        <a:srgbClr val="FFF8EF"/>
      </a:accent2>
      <a:accent3>
        <a:srgbClr val="79B747"/>
      </a:accent3>
      <a:accent4>
        <a:srgbClr val="BBFFB8"/>
      </a:accent4>
      <a:accent5>
        <a:srgbClr val="FF4757"/>
      </a:accent5>
      <a:accent6>
        <a:srgbClr val="FFF8EF"/>
      </a:accent6>
      <a:hlink>
        <a:srgbClr val="467886"/>
      </a:hlink>
      <a:folHlink>
        <a:srgbClr val="96607D"/>
      </a:folHlink>
    </a:clrScheme>
    <a:fontScheme name="Benutzerdefiniert 4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-praesentation.potx" id="{0435F750-4B21-40E4-9879-8CC1E64CA840}" vid="{833C4F4C-09BF-4DBA-BFBE-63FAF5A8587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iu-praesentation</Template>
  <TotalTime>0</TotalTime>
  <Words>2451</Words>
  <Application>Microsoft Office PowerPoint</Application>
  <PresentationFormat>Breitbild</PresentationFormat>
  <Paragraphs>348</Paragraphs>
  <Slides>25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Arial</vt:lpstr>
      <vt:lpstr>Source Sans Pro</vt:lpstr>
      <vt:lpstr>Wingdings</vt:lpstr>
      <vt:lpstr>Office</vt:lpstr>
      <vt:lpstr>PowerPoint-Präsentation</vt:lpstr>
      <vt:lpstr>Agenda</vt:lpstr>
      <vt:lpstr>PowerPoint-Präsentation</vt:lpstr>
      <vt:lpstr>Technologien</vt:lpstr>
      <vt:lpstr>Module</vt:lpstr>
      <vt:lpstr>PowerPoint-Präsentation</vt:lpstr>
      <vt:lpstr>ER-Diagramm</vt:lpstr>
      <vt:lpstr>Tabelle: Buch</vt:lpstr>
      <vt:lpstr>Tabelle: Autor</vt:lpstr>
      <vt:lpstr>Tabelle: Buch_autor</vt:lpstr>
      <vt:lpstr>Tabelle: Genre</vt:lpstr>
      <vt:lpstr>Tabelle: Buch_genre</vt:lpstr>
      <vt:lpstr>Tabelle: Duplikat_meldung</vt:lpstr>
      <vt:lpstr>Tabelle: Exemplar</vt:lpstr>
      <vt:lpstr>Tabelle: Ausleihanfrage</vt:lpstr>
      <vt:lpstr>Tabelle: Ausleihe</vt:lpstr>
      <vt:lpstr>Tabelle: Anfrage_nachricht</vt:lpstr>
      <vt:lpstr>Tabelle: Rueckgabe</vt:lpstr>
      <vt:lpstr>Tabelle: Bewertung</vt:lpstr>
      <vt:lpstr>Tabelle: Nutzer</vt:lpstr>
      <vt:lpstr>Tabelle: Adresse</vt:lpstr>
      <vt:lpstr>Tabelle: Rolle</vt:lpstr>
      <vt:lpstr>Tabelle: Nutzer_rolle</vt:lpstr>
      <vt:lpstr>PowerPoint-Präsentation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Rüdiger Schlenter</dc:creator>
  <cp:lastModifiedBy>Rüdiger Schlenter</cp:lastModifiedBy>
  <cp:revision>3</cp:revision>
  <dcterms:created xsi:type="dcterms:W3CDTF">2026-05-26T09:51:19Z</dcterms:created>
  <dcterms:modified xsi:type="dcterms:W3CDTF">2026-05-31T23:53:57Z</dcterms:modified>
</cp:coreProperties>
</file>